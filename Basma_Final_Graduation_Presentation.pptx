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5" r:id="rId22"/>
    <p:sldId id="286" r:id="rId23"/>
    <p:sldId id="277" r:id="rId24"/>
    <p:sldId id="279" r:id="rId25"/>
    <p:sldId id="280" r:id="rId26"/>
    <p:sldId id="287" r:id="rId27"/>
    <p:sldId id="281" r:id="rId28"/>
    <p:sldId id="282" r:id="rId29"/>
    <p:sldId id="283" r:id="rId30"/>
    <p:sldId id="288" r:id="rId31"/>
    <p:sldId id="284"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26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5370"/>
    <p:restoredTop sz="94610"/>
  </p:normalViewPr>
  <p:slideViewPr>
    <p:cSldViewPr snapToGrid="0" snapToObjects="1">
      <p:cViewPr varScale="1">
        <p:scale>
          <a:sx n="79" d="100"/>
          <a:sy n="79" d="100"/>
        </p:scale>
        <p:origin x="232"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png"/><Relationship Id="rId4" Type="http://schemas.openxmlformats.org/officeDocument/2006/relationships/image" Target="../media/image8.png"/></Relationships>
</file>

<file path=ppt/diagrams/_rels/drawing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png"/><Relationship Id="rId4"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093E6C-632C-EF4B-8EC8-DDD4C2F65A98}" type="doc">
      <dgm:prSet loTypeId="urn:microsoft.com/office/officeart/2005/8/layout/chevron1" loCatId="" qsTypeId="urn:microsoft.com/office/officeart/2005/8/quickstyle/3d2" qsCatId="3D" csTypeId="urn:microsoft.com/office/officeart/2005/8/colors/colorful3" csCatId="colorful" phldr="1"/>
      <dgm:spPr/>
      <dgm:t>
        <a:bodyPr/>
        <a:lstStyle/>
        <a:p>
          <a:endParaRPr lang="en-US"/>
        </a:p>
      </dgm:t>
    </dgm:pt>
    <dgm:pt modelId="{DBB23C7F-68F5-A544-AC13-DFFFABCA5747}">
      <dgm:prSet phldrT="[Text]" custT="1"/>
      <dgm:spPr>
        <a:solidFill>
          <a:schemeClr val="bg1"/>
        </a:solidFill>
      </dgm:spPr>
      <dgm:t>
        <a:bodyPr/>
        <a:lstStyle/>
        <a:p>
          <a:r>
            <a:rPr lang="en-US" sz="1800" b="1" dirty="0">
              <a:solidFill>
                <a:schemeClr val="tx1"/>
              </a:solidFill>
              <a:latin typeface="Times New Roman" panose="02020603050405020304" pitchFamily="18" charset="0"/>
              <a:cs typeface="Times New Roman" panose="02020603050405020304" pitchFamily="18" charset="0"/>
            </a:rPr>
            <a:t>1- Requirements</a:t>
          </a:r>
        </a:p>
      </dgm:t>
    </dgm:pt>
    <dgm:pt modelId="{B63B57F7-04FB-DD4F-A39C-FA63B0DCB1CF}" type="parTrans" cxnId="{42E82C3A-04B8-064C-B7D3-30FCE8EA2A93}">
      <dgm:prSet/>
      <dgm:spPr/>
      <dgm:t>
        <a:bodyPr/>
        <a:lstStyle/>
        <a:p>
          <a:endParaRPr lang="en-US"/>
        </a:p>
      </dgm:t>
    </dgm:pt>
    <dgm:pt modelId="{5F8721C9-B4EA-0C42-8843-45BBE0D64B5D}" type="sibTrans" cxnId="{42E82C3A-04B8-064C-B7D3-30FCE8EA2A93}">
      <dgm:prSet/>
      <dgm:spPr/>
      <dgm:t>
        <a:bodyPr/>
        <a:lstStyle/>
        <a:p>
          <a:endParaRPr lang="en-US"/>
        </a:p>
      </dgm:t>
    </dgm:pt>
    <dgm:pt modelId="{74570AE1-924B-164D-949F-82D05C0D3FB2}">
      <dgm:prSet phldrT="[Text]" custT="1"/>
      <dgm:spPr>
        <a:solidFill>
          <a:schemeClr val="bg1">
            <a:lumMod val="85000"/>
          </a:schemeClr>
        </a:solidFill>
      </dgm:spPr>
      <dgm:t>
        <a:bodyPr/>
        <a:lstStyle/>
        <a:p>
          <a:r>
            <a:rPr lang="en-US" sz="2400" b="1" dirty="0">
              <a:solidFill>
                <a:sysClr val="windowText" lastClr="000000"/>
              </a:solidFill>
              <a:latin typeface="Times New Roman" panose="02020603050405020304" pitchFamily="18" charset="0"/>
              <a:cs typeface="Times New Roman" panose="02020603050405020304" pitchFamily="18" charset="0"/>
            </a:rPr>
            <a:t>2- </a:t>
          </a:r>
          <a:r>
            <a:rPr lang="en-US" sz="2000" b="1" dirty="0">
              <a:solidFill>
                <a:sysClr val="windowText" lastClr="000000"/>
              </a:solidFill>
              <a:latin typeface="Times New Roman" panose="02020603050405020304" pitchFamily="18" charset="0"/>
              <a:cs typeface="Times New Roman" panose="02020603050405020304" pitchFamily="18" charset="0"/>
            </a:rPr>
            <a:t>Analysis</a:t>
          </a:r>
          <a:endParaRPr lang="en-US" sz="2400" b="1" dirty="0">
            <a:solidFill>
              <a:sysClr val="windowText" lastClr="000000"/>
            </a:solidFill>
            <a:latin typeface="Times New Roman" panose="02020603050405020304" pitchFamily="18" charset="0"/>
            <a:cs typeface="Times New Roman" panose="02020603050405020304" pitchFamily="18" charset="0"/>
          </a:endParaRPr>
        </a:p>
      </dgm:t>
    </dgm:pt>
    <dgm:pt modelId="{2683A809-B64C-E442-810E-4D7E6EDAE387}" type="parTrans" cxnId="{45F546F3-DC05-214B-9B45-20C5F3316E18}">
      <dgm:prSet/>
      <dgm:spPr/>
      <dgm:t>
        <a:bodyPr/>
        <a:lstStyle/>
        <a:p>
          <a:endParaRPr lang="en-US"/>
        </a:p>
      </dgm:t>
    </dgm:pt>
    <dgm:pt modelId="{FC56DF69-C2DC-FB49-BCB2-81BA369757B0}" type="sibTrans" cxnId="{45F546F3-DC05-214B-9B45-20C5F3316E18}">
      <dgm:prSet/>
      <dgm:spPr/>
      <dgm:t>
        <a:bodyPr/>
        <a:lstStyle/>
        <a:p>
          <a:endParaRPr lang="en-US"/>
        </a:p>
      </dgm:t>
    </dgm:pt>
    <dgm:pt modelId="{80515B04-BC12-4F49-9F77-ACD55B9F835B}">
      <dgm:prSet phldrT="[Text]" custT="1"/>
      <dgm:spPr>
        <a:solidFill>
          <a:schemeClr val="tx1">
            <a:lumMod val="50000"/>
            <a:lumOff val="50000"/>
          </a:schemeClr>
        </a:solidFill>
      </dgm:spPr>
      <dgm:t>
        <a:bodyPr/>
        <a:lstStyle/>
        <a:p>
          <a:r>
            <a:rPr lang="en-US" sz="2800" b="1" dirty="0">
              <a:latin typeface="Times New Roman" panose="02020603050405020304" pitchFamily="18" charset="0"/>
              <a:cs typeface="Times New Roman" panose="02020603050405020304" pitchFamily="18" charset="0"/>
            </a:rPr>
            <a:t>3- </a:t>
          </a:r>
          <a:r>
            <a:rPr lang="en-US" sz="2400" b="1" dirty="0">
              <a:latin typeface="Times New Roman" panose="02020603050405020304" pitchFamily="18" charset="0"/>
              <a:cs typeface="Times New Roman" panose="02020603050405020304" pitchFamily="18" charset="0"/>
            </a:rPr>
            <a:t>Design</a:t>
          </a:r>
          <a:endParaRPr lang="en-US" sz="2800" b="1" dirty="0">
            <a:latin typeface="Times New Roman" panose="02020603050405020304" pitchFamily="18" charset="0"/>
            <a:cs typeface="Times New Roman" panose="02020603050405020304" pitchFamily="18" charset="0"/>
          </a:endParaRPr>
        </a:p>
      </dgm:t>
    </dgm:pt>
    <dgm:pt modelId="{DC7B083C-EFB4-DF46-B08C-F16BC5BCA553}" type="parTrans" cxnId="{E272FFFE-0E15-A540-AC56-13ABDB4CFEA0}">
      <dgm:prSet/>
      <dgm:spPr/>
      <dgm:t>
        <a:bodyPr/>
        <a:lstStyle/>
        <a:p>
          <a:endParaRPr lang="en-US"/>
        </a:p>
      </dgm:t>
    </dgm:pt>
    <dgm:pt modelId="{02E520EF-396C-B64D-89AF-0291EAD9C9A9}" type="sibTrans" cxnId="{E272FFFE-0E15-A540-AC56-13ABDB4CFEA0}">
      <dgm:prSet/>
      <dgm:spPr/>
      <dgm:t>
        <a:bodyPr/>
        <a:lstStyle/>
        <a:p>
          <a:endParaRPr lang="en-US"/>
        </a:p>
      </dgm:t>
    </dgm:pt>
    <dgm:pt modelId="{96137B15-33EA-784B-9B03-BAF383EDEA96}">
      <dgm:prSet phldrT="[Text]" custT="1"/>
      <dgm:spPr>
        <a:solidFill>
          <a:schemeClr val="tx1">
            <a:lumMod val="65000"/>
            <a:lumOff val="35000"/>
          </a:schemeClr>
        </a:solidFill>
      </dgm:spPr>
      <dgm:t>
        <a:bodyPr/>
        <a:lstStyle/>
        <a:p>
          <a:pPr rtl="0"/>
          <a:r>
            <a:rPr lang="en-US" sz="1600" b="1" dirty="0">
              <a:latin typeface="Times New Roman" panose="02020603050405020304" pitchFamily="18" charset="0"/>
              <a:cs typeface="Times New Roman" panose="02020603050405020304" pitchFamily="18" charset="0"/>
            </a:rPr>
            <a:t>4- Implementation</a:t>
          </a:r>
        </a:p>
      </dgm:t>
    </dgm:pt>
    <dgm:pt modelId="{5AACF3D1-20B6-7447-929E-CFB9225F46C4}" type="parTrans" cxnId="{2422D510-5732-764E-A34C-9C9736380096}">
      <dgm:prSet/>
      <dgm:spPr/>
      <dgm:t>
        <a:bodyPr/>
        <a:lstStyle/>
        <a:p>
          <a:endParaRPr lang="en-US"/>
        </a:p>
      </dgm:t>
    </dgm:pt>
    <dgm:pt modelId="{9B09A2C5-43A8-7F4F-B4B3-B3D0B3261D2A}" type="sibTrans" cxnId="{2422D510-5732-764E-A34C-9C9736380096}">
      <dgm:prSet/>
      <dgm:spPr/>
      <dgm:t>
        <a:bodyPr/>
        <a:lstStyle/>
        <a:p>
          <a:endParaRPr lang="en-US"/>
        </a:p>
      </dgm:t>
    </dgm:pt>
    <dgm:pt modelId="{48F8419E-0BA6-6642-A095-A3AE94534321}">
      <dgm:prSet phldrT="[Text]" custT="1"/>
      <dgm:spPr>
        <a:solidFill>
          <a:schemeClr val="tx1"/>
        </a:solidFill>
        <a:ln>
          <a:solidFill>
            <a:srgbClr val="B42632"/>
          </a:solidFill>
        </a:ln>
      </dgm:spPr>
      <dgm:t>
        <a:bodyPr/>
        <a:lstStyle/>
        <a:p>
          <a:pPr rtl="0"/>
          <a:r>
            <a:rPr lang="en-US" sz="2400" b="1" dirty="0">
              <a:latin typeface="Times New Roman" panose="02020603050405020304" pitchFamily="18" charset="0"/>
              <a:cs typeface="Times New Roman" panose="02020603050405020304" pitchFamily="18" charset="0"/>
            </a:rPr>
            <a:t>5- Testing</a:t>
          </a:r>
        </a:p>
      </dgm:t>
    </dgm:pt>
    <dgm:pt modelId="{BCBE42E8-E1B4-964B-8A01-16257B098869}" type="parTrans" cxnId="{E9BF708B-ECB9-EF49-BEF0-74073A9E4E1C}">
      <dgm:prSet/>
      <dgm:spPr/>
      <dgm:t>
        <a:bodyPr/>
        <a:lstStyle/>
        <a:p>
          <a:endParaRPr lang="en-US"/>
        </a:p>
      </dgm:t>
    </dgm:pt>
    <dgm:pt modelId="{D560BF7F-31D7-8A4A-9F5A-2C88D2ABE765}" type="sibTrans" cxnId="{E9BF708B-ECB9-EF49-BEF0-74073A9E4E1C}">
      <dgm:prSet/>
      <dgm:spPr/>
      <dgm:t>
        <a:bodyPr/>
        <a:lstStyle/>
        <a:p>
          <a:endParaRPr lang="en-US"/>
        </a:p>
      </dgm:t>
    </dgm:pt>
    <dgm:pt modelId="{C303514B-CAD8-264D-ACFD-4A6F807938F6}">
      <dgm:prSet phldrT="[Text]" custT="1"/>
      <dgm:spPr>
        <a:solidFill>
          <a:srgbClr val="B42632"/>
        </a:solidFill>
      </dgm:spPr>
      <dgm:t>
        <a:bodyPr/>
        <a:lstStyle/>
        <a:p>
          <a:pPr rtl="0"/>
          <a:r>
            <a:rPr lang="en-US" sz="1600" b="1" dirty="0">
              <a:latin typeface="Times New Roman" panose="02020603050405020304" pitchFamily="18" charset="0"/>
              <a:cs typeface="Times New Roman" panose="02020603050405020304" pitchFamily="18" charset="0"/>
            </a:rPr>
            <a:t>6- Deployment</a:t>
          </a:r>
        </a:p>
      </dgm:t>
    </dgm:pt>
    <dgm:pt modelId="{61322049-AEB7-6D44-9A1B-EF60D4BC3035}" type="parTrans" cxnId="{6790F845-8BB5-374D-8B18-0E66163A4D7D}">
      <dgm:prSet/>
      <dgm:spPr/>
      <dgm:t>
        <a:bodyPr/>
        <a:lstStyle/>
        <a:p>
          <a:endParaRPr lang="en-US"/>
        </a:p>
      </dgm:t>
    </dgm:pt>
    <dgm:pt modelId="{9D1813FE-8A05-1D48-8752-CB9175B0DC33}" type="sibTrans" cxnId="{6790F845-8BB5-374D-8B18-0E66163A4D7D}">
      <dgm:prSet/>
      <dgm:spPr/>
      <dgm:t>
        <a:bodyPr/>
        <a:lstStyle/>
        <a:p>
          <a:endParaRPr lang="en-US"/>
        </a:p>
      </dgm:t>
    </dgm:pt>
    <dgm:pt modelId="{0DCA309B-8479-534B-B47A-3D9D42D04819}" type="pres">
      <dgm:prSet presAssocID="{82093E6C-632C-EF4B-8EC8-DDD4C2F65A98}" presName="Name0" presStyleCnt="0">
        <dgm:presLayoutVars>
          <dgm:dir/>
          <dgm:animLvl val="lvl"/>
          <dgm:resizeHandles val="exact"/>
        </dgm:presLayoutVars>
      </dgm:prSet>
      <dgm:spPr/>
    </dgm:pt>
    <dgm:pt modelId="{6AAC5B30-04DD-A54C-BEA8-770A4FFE1A5F}" type="pres">
      <dgm:prSet presAssocID="{DBB23C7F-68F5-A544-AC13-DFFFABCA5747}" presName="parTxOnly" presStyleLbl="node1" presStyleIdx="0" presStyleCnt="6" custScaleX="110501" custScaleY="96234">
        <dgm:presLayoutVars>
          <dgm:chMax val="0"/>
          <dgm:chPref val="0"/>
          <dgm:bulletEnabled val="1"/>
        </dgm:presLayoutVars>
      </dgm:prSet>
      <dgm:spPr/>
    </dgm:pt>
    <dgm:pt modelId="{96E5FF1B-ED5C-C24F-86CE-CA6B1C6448C5}" type="pres">
      <dgm:prSet presAssocID="{5F8721C9-B4EA-0C42-8843-45BBE0D64B5D}" presName="parTxOnlySpace" presStyleCnt="0"/>
      <dgm:spPr/>
    </dgm:pt>
    <dgm:pt modelId="{F9B86C51-B395-B242-96DD-8C8FD80E76E3}" type="pres">
      <dgm:prSet presAssocID="{74570AE1-924B-164D-949F-82D05C0D3FB2}" presName="parTxOnly" presStyleLbl="node1" presStyleIdx="1" presStyleCnt="6">
        <dgm:presLayoutVars>
          <dgm:chMax val="0"/>
          <dgm:chPref val="0"/>
          <dgm:bulletEnabled val="1"/>
        </dgm:presLayoutVars>
      </dgm:prSet>
      <dgm:spPr/>
    </dgm:pt>
    <dgm:pt modelId="{C0DBB7DE-67B2-5648-BF94-F5D209B3DF54}" type="pres">
      <dgm:prSet presAssocID="{FC56DF69-C2DC-FB49-BCB2-81BA369757B0}" presName="parTxOnlySpace" presStyleCnt="0"/>
      <dgm:spPr/>
    </dgm:pt>
    <dgm:pt modelId="{DB37DE07-4A17-0F44-AEDC-1F442499CFAD}" type="pres">
      <dgm:prSet presAssocID="{80515B04-BC12-4F49-9F77-ACD55B9F835B}" presName="parTxOnly" presStyleLbl="node1" presStyleIdx="2" presStyleCnt="6">
        <dgm:presLayoutVars>
          <dgm:chMax val="0"/>
          <dgm:chPref val="0"/>
          <dgm:bulletEnabled val="1"/>
        </dgm:presLayoutVars>
      </dgm:prSet>
      <dgm:spPr/>
    </dgm:pt>
    <dgm:pt modelId="{E4FE9AE9-7D9D-E641-B65A-519020A44A67}" type="pres">
      <dgm:prSet presAssocID="{02E520EF-396C-B64D-89AF-0291EAD9C9A9}" presName="parTxOnlySpace" presStyleCnt="0"/>
      <dgm:spPr/>
    </dgm:pt>
    <dgm:pt modelId="{21C5B1D5-0DB0-F643-9AF7-8CAB5DF17EBD}" type="pres">
      <dgm:prSet presAssocID="{96137B15-33EA-784B-9B03-BAF383EDEA96}" presName="parTxOnly" presStyleLbl="node1" presStyleIdx="3" presStyleCnt="6" custScaleX="122389" custScaleY="114408">
        <dgm:presLayoutVars>
          <dgm:chMax val="0"/>
          <dgm:chPref val="0"/>
          <dgm:bulletEnabled val="1"/>
        </dgm:presLayoutVars>
      </dgm:prSet>
      <dgm:spPr/>
    </dgm:pt>
    <dgm:pt modelId="{CD88CA05-0368-614C-A45F-252D405DAEDB}" type="pres">
      <dgm:prSet presAssocID="{9B09A2C5-43A8-7F4F-B4B3-B3D0B3261D2A}" presName="parTxOnlySpace" presStyleCnt="0"/>
      <dgm:spPr/>
    </dgm:pt>
    <dgm:pt modelId="{428C90D9-A844-6841-9DE3-13443A4D2727}" type="pres">
      <dgm:prSet presAssocID="{48F8419E-0BA6-6642-A095-A3AE94534321}" presName="parTxOnly" presStyleLbl="node1" presStyleIdx="4" presStyleCnt="6">
        <dgm:presLayoutVars>
          <dgm:chMax val="0"/>
          <dgm:chPref val="0"/>
          <dgm:bulletEnabled val="1"/>
        </dgm:presLayoutVars>
      </dgm:prSet>
      <dgm:spPr/>
    </dgm:pt>
    <dgm:pt modelId="{FE53D6E3-6E80-3449-B40E-7DA808D5AB00}" type="pres">
      <dgm:prSet presAssocID="{D560BF7F-31D7-8A4A-9F5A-2C88D2ABE765}" presName="parTxOnlySpace" presStyleCnt="0"/>
      <dgm:spPr/>
    </dgm:pt>
    <dgm:pt modelId="{71E07E66-243F-0245-9C05-6870CBC9D2EA}" type="pres">
      <dgm:prSet presAssocID="{C303514B-CAD8-264D-ACFD-4A6F807938F6}" presName="parTxOnly" presStyleLbl="node1" presStyleIdx="5" presStyleCnt="6">
        <dgm:presLayoutVars>
          <dgm:chMax val="0"/>
          <dgm:chPref val="0"/>
          <dgm:bulletEnabled val="1"/>
        </dgm:presLayoutVars>
      </dgm:prSet>
      <dgm:spPr/>
    </dgm:pt>
  </dgm:ptLst>
  <dgm:cxnLst>
    <dgm:cxn modelId="{2422D510-5732-764E-A34C-9C9736380096}" srcId="{82093E6C-632C-EF4B-8EC8-DDD4C2F65A98}" destId="{96137B15-33EA-784B-9B03-BAF383EDEA96}" srcOrd="3" destOrd="0" parTransId="{5AACF3D1-20B6-7447-929E-CFB9225F46C4}" sibTransId="{9B09A2C5-43A8-7F4F-B4B3-B3D0B3261D2A}"/>
    <dgm:cxn modelId="{44716218-5AAF-324D-A2B3-E554CBAF4E1E}" type="presOf" srcId="{C303514B-CAD8-264D-ACFD-4A6F807938F6}" destId="{71E07E66-243F-0245-9C05-6870CBC9D2EA}" srcOrd="0" destOrd="0" presId="urn:microsoft.com/office/officeart/2005/8/layout/chevron1"/>
    <dgm:cxn modelId="{EC79B81C-5FBD-284A-99AB-01BD616B0205}" type="presOf" srcId="{74570AE1-924B-164D-949F-82D05C0D3FB2}" destId="{F9B86C51-B395-B242-96DD-8C8FD80E76E3}" srcOrd="0" destOrd="0" presId="urn:microsoft.com/office/officeart/2005/8/layout/chevron1"/>
    <dgm:cxn modelId="{E2182A29-1D3A-0E4C-B0D5-8DA1AD9A9E73}" type="presOf" srcId="{82093E6C-632C-EF4B-8EC8-DDD4C2F65A98}" destId="{0DCA309B-8479-534B-B47A-3D9D42D04819}" srcOrd="0" destOrd="0" presId="urn:microsoft.com/office/officeart/2005/8/layout/chevron1"/>
    <dgm:cxn modelId="{42E82C3A-04B8-064C-B7D3-30FCE8EA2A93}" srcId="{82093E6C-632C-EF4B-8EC8-DDD4C2F65A98}" destId="{DBB23C7F-68F5-A544-AC13-DFFFABCA5747}" srcOrd="0" destOrd="0" parTransId="{B63B57F7-04FB-DD4F-A39C-FA63B0DCB1CF}" sibTransId="{5F8721C9-B4EA-0C42-8843-45BBE0D64B5D}"/>
    <dgm:cxn modelId="{6790F845-8BB5-374D-8B18-0E66163A4D7D}" srcId="{82093E6C-632C-EF4B-8EC8-DDD4C2F65A98}" destId="{C303514B-CAD8-264D-ACFD-4A6F807938F6}" srcOrd="5" destOrd="0" parTransId="{61322049-AEB7-6D44-9A1B-EF60D4BC3035}" sibTransId="{9D1813FE-8A05-1D48-8752-CB9175B0DC33}"/>
    <dgm:cxn modelId="{1197F275-8967-DB46-BD08-D42AE79A7C5A}" type="presOf" srcId="{80515B04-BC12-4F49-9F77-ACD55B9F835B}" destId="{DB37DE07-4A17-0F44-AEDC-1F442499CFAD}" srcOrd="0" destOrd="0" presId="urn:microsoft.com/office/officeart/2005/8/layout/chevron1"/>
    <dgm:cxn modelId="{8A33117E-B562-3A40-A86E-EA998B6BC973}" type="presOf" srcId="{DBB23C7F-68F5-A544-AC13-DFFFABCA5747}" destId="{6AAC5B30-04DD-A54C-BEA8-770A4FFE1A5F}" srcOrd="0" destOrd="0" presId="urn:microsoft.com/office/officeart/2005/8/layout/chevron1"/>
    <dgm:cxn modelId="{E9BF708B-ECB9-EF49-BEF0-74073A9E4E1C}" srcId="{82093E6C-632C-EF4B-8EC8-DDD4C2F65A98}" destId="{48F8419E-0BA6-6642-A095-A3AE94534321}" srcOrd="4" destOrd="0" parTransId="{BCBE42E8-E1B4-964B-8A01-16257B098869}" sibTransId="{D560BF7F-31D7-8A4A-9F5A-2C88D2ABE765}"/>
    <dgm:cxn modelId="{252602A9-B0EE-264E-B91E-67038C4374DD}" type="presOf" srcId="{48F8419E-0BA6-6642-A095-A3AE94534321}" destId="{428C90D9-A844-6841-9DE3-13443A4D2727}" srcOrd="0" destOrd="0" presId="urn:microsoft.com/office/officeart/2005/8/layout/chevron1"/>
    <dgm:cxn modelId="{8514D3B0-CD0D-284A-B325-015E85DD43E6}" type="presOf" srcId="{96137B15-33EA-784B-9B03-BAF383EDEA96}" destId="{21C5B1D5-0DB0-F643-9AF7-8CAB5DF17EBD}" srcOrd="0" destOrd="0" presId="urn:microsoft.com/office/officeart/2005/8/layout/chevron1"/>
    <dgm:cxn modelId="{45F546F3-DC05-214B-9B45-20C5F3316E18}" srcId="{82093E6C-632C-EF4B-8EC8-DDD4C2F65A98}" destId="{74570AE1-924B-164D-949F-82D05C0D3FB2}" srcOrd="1" destOrd="0" parTransId="{2683A809-B64C-E442-810E-4D7E6EDAE387}" sibTransId="{FC56DF69-C2DC-FB49-BCB2-81BA369757B0}"/>
    <dgm:cxn modelId="{E272FFFE-0E15-A540-AC56-13ABDB4CFEA0}" srcId="{82093E6C-632C-EF4B-8EC8-DDD4C2F65A98}" destId="{80515B04-BC12-4F49-9F77-ACD55B9F835B}" srcOrd="2" destOrd="0" parTransId="{DC7B083C-EFB4-DF46-B08C-F16BC5BCA553}" sibTransId="{02E520EF-396C-B64D-89AF-0291EAD9C9A9}"/>
    <dgm:cxn modelId="{48EEC39F-A6F4-3D48-A56D-43834D385CA7}" type="presParOf" srcId="{0DCA309B-8479-534B-B47A-3D9D42D04819}" destId="{6AAC5B30-04DD-A54C-BEA8-770A4FFE1A5F}" srcOrd="0" destOrd="0" presId="urn:microsoft.com/office/officeart/2005/8/layout/chevron1"/>
    <dgm:cxn modelId="{2994120B-8B64-FF45-84BC-EB6D3FD2E741}" type="presParOf" srcId="{0DCA309B-8479-534B-B47A-3D9D42D04819}" destId="{96E5FF1B-ED5C-C24F-86CE-CA6B1C6448C5}" srcOrd="1" destOrd="0" presId="urn:microsoft.com/office/officeart/2005/8/layout/chevron1"/>
    <dgm:cxn modelId="{7341FBC5-E540-C04A-8800-8B169CEC0A90}" type="presParOf" srcId="{0DCA309B-8479-534B-B47A-3D9D42D04819}" destId="{F9B86C51-B395-B242-96DD-8C8FD80E76E3}" srcOrd="2" destOrd="0" presId="urn:microsoft.com/office/officeart/2005/8/layout/chevron1"/>
    <dgm:cxn modelId="{9708FE6A-60B2-C640-AC53-3FBCA01927B4}" type="presParOf" srcId="{0DCA309B-8479-534B-B47A-3D9D42D04819}" destId="{C0DBB7DE-67B2-5648-BF94-F5D209B3DF54}" srcOrd="3" destOrd="0" presId="urn:microsoft.com/office/officeart/2005/8/layout/chevron1"/>
    <dgm:cxn modelId="{E9621D0B-1399-0B4A-819B-0A55A2136233}" type="presParOf" srcId="{0DCA309B-8479-534B-B47A-3D9D42D04819}" destId="{DB37DE07-4A17-0F44-AEDC-1F442499CFAD}" srcOrd="4" destOrd="0" presId="urn:microsoft.com/office/officeart/2005/8/layout/chevron1"/>
    <dgm:cxn modelId="{4A0FF9F2-E9CC-2B4F-B020-FEFC953C3CC1}" type="presParOf" srcId="{0DCA309B-8479-534B-B47A-3D9D42D04819}" destId="{E4FE9AE9-7D9D-E641-B65A-519020A44A67}" srcOrd="5" destOrd="0" presId="urn:microsoft.com/office/officeart/2005/8/layout/chevron1"/>
    <dgm:cxn modelId="{95778C76-4037-F84D-96D8-689DD2D02CEB}" type="presParOf" srcId="{0DCA309B-8479-534B-B47A-3D9D42D04819}" destId="{21C5B1D5-0DB0-F643-9AF7-8CAB5DF17EBD}" srcOrd="6" destOrd="0" presId="urn:microsoft.com/office/officeart/2005/8/layout/chevron1"/>
    <dgm:cxn modelId="{117533A1-6474-4C4D-BAD4-C0E8AC14C617}" type="presParOf" srcId="{0DCA309B-8479-534B-B47A-3D9D42D04819}" destId="{CD88CA05-0368-614C-A45F-252D405DAEDB}" srcOrd="7" destOrd="0" presId="urn:microsoft.com/office/officeart/2005/8/layout/chevron1"/>
    <dgm:cxn modelId="{A884F438-A01F-8846-B476-5E6B33920DA5}" type="presParOf" srcId="{0DCA309B-8479-534B-B47A-3D9D42D04819}" destId="{428C90D9-A844-6841-9DE3-13443A4D2727}" srcOrd="8" destOrd="0" presId="urn:microsoft.com/office/officeart/2005/8/layout/chevron1"/>
    <dgm:cxn modelId="{031D6DFA-8CF9-C343-BF5A-F7658D1379B6}" type="presParOf" srcId="{0DCA309B-8479-534B-B47A-3D9D42D04819}" destId="{FE53D6E3-6E80-3449-B40E-7DA808D5AB00}" srcOrd="9" destOrd="0" presId="urn:microsoft.com/office/officeart/2005/8/layout/chevron1"/>
    <dgm:cxn modelId="{4E086078-8B69-3146-9282-E8F4549A9A24}" type="presParOf" srcId="{0DCA309B-8479-534B-B47A-3D9D42D04819}" destId="{71E07E66-243F-0245-9C05-6870CBC9D2EA}" srcOrd="10"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0EAD9A-C2A5-D646-9C39-F173E93C948A}" type="doc">
      <dgm:prSet loTypeId="urn:microsoft.com/office/officeart/2005/8/layout/cycle3" loCatId="" qsTypeId="urn:microsoft.com/office/officeart/2005/8/quickstyle/3d1" qsCatId="3D" csTypeId="urn:microsoft.com/office/officeart/2005/8/colors/colorful3" csCatId="colorful" phldr="1"/>
      <dgm:spPr/>
      <dgm:t>
        <a:bodyPr/>
        <a:lstStyle/>
        <a:p>
          <a:endParaRPr lang="en-US"/>
        </a:p>
      </dgm:t>
    </dgm:pt>
    <dgm:pt modelId="{21BF0417-7598-7749-B651-AE991AF5CD7D}">
      <dgm:prSet phldrT="[Text]"/>
      <dgm:spPr>
        <a:solidFill>
          <a:schemeClr val="bg1"/>
        </a:solidFill>
      </dgm:spPr>
      <dgm:t>
        <a:bodyPr/>
        <a:lstStyle/>
        <a:p>
          <a:pPr rtl="0"/>
          <a:r>
            <a:rPr lang="en-US" dirty="0">
              <a:solidFill>
                <a:schemeClr val="tx1"/>
              </a:solidFill>
              <a:latin typeface="Times New Roman" panose="02020603050405020304" pitchFamily="18" charset="0"/>
              <a:cs typeface="Times New Roman" panose="02020603050405020304" pitchFamily="18" charset="0"/>
            </a:rPr>
            <a:t>Admin Login</a:t>
          </a:r>
        </a:p>
      </dgm:t>
    </dgm:pt>
    <dgm:pt modelId="{D0E5280B-BE93-C944-86B8-B8A52C649670}" type="parTrans" cxnId="{C79700EA-C3B4-9A4C-8D70-E4B9B2DCA80E}">
      <dgm:prSet/>
      <dgm:spPr/>
      <dgm:t>
        <a:bodyPr/>
        <a:lstStyle/>
        <a:p>
          <a:endParaRPr lang="en-US"/>
        </a:p>
      </dgm:t>
    </dgm:pt>
    <dgm:pt modelId="{82B8BB60-E750-5A4B-AF2B-725841EADAAE}" type="sibTrans" cxnId="{C79700EA-C3B4-9A4C-8D70-E4B9B2DCA80E}">
      <dgm:prSet/>
      <dgm:spPr>
        <a:solidFill>
          <a:schemeClr val="bg1"/>
        </a:solidFill>
      </dgm:spPr>
      <dgm:t>
        <a:bodyPr/>
        <a:lstStyle/>
        <a:p>
          <a:endParaRPr lang="en-US"/>
        </a:p>
      </dgm:t>
    </dgm:pt>
    <dgm:pt modelId="{B8CAE9C1-0401-794D-A3F5-3A4604C4775F}">
      <dgm:prSet phldrT="[Text]"/>
      <dgm:spPr>
        <a:solidFill>
          <a:schemeClr val="bg1">
            <a:lumMod val="85000"/>
          </a:schemeClr>
        </a:solidFill>
      </dgm:spPr>
      <dgm:t>
        <a:bodyPr/>
        <a:lstStyle/>
        <a:p>
          <a:pPr rtl="0"/>
          <a:r>
            <a:rPr lang="en-US" dirty="0">
              <a:solidFill>
                <a:sysClr val="windowText" lastClr="000000"/>
              </a:solidFill>
              <a:latin typeface="Times New Roman" panose="02020603050405020304" pitchFamily="18" charset="0"/>
              <a:cs typeface="Times New Roman" panose="02020603050405020304" pitchFamily="18" charset="0"/>
            </a:rPr>
            <a:t>Add/ Edit content</a:t>
          </a:r>
        </a:p>
      </dgm:t>
    </dgm:pt>
    <dgm:pt modelId="{036AC804-6C30-0949-9B56-199FD4EFA611}" type="parTrans" cxnId="{E0E421F3-51CA-AB43-9F54-3A8002CEA303}">
      <dgm:prSet/>
      <dgm:spPr/>
      <dgm:t>
        <a:bodyPr/>
        <a:lstStyle/>
        <a:p>
          <a:endParaRPr lang="en-US"/>
        </a:p>
      </dgm:t>
    </dgm:pt>
    <dgm:pt modelId="{CF5E99F8-2507-CB42-A1D2-4264851183BA}" type="sibTrans" cxnId="{E0E421F3-51CA-AB43-9F54-3A8002CEA303}">
      <dgm:prSet/>
      <dgm:spPr/>
      <dgm:t>
        <a:bodyPr/>
        <a:lstStyle/>
        <a:p>
          <a:endParaRPr lang="en-US"/>
        </a:p>
      </dgm:t>
    </dgm:pt>
    <dgm:pt modelId="{5F8D8D91-9EF7-7748-9EC5-A5AB63BEBF88}">
      <dgm:prSet phldrT="[Text]"/>
      <dgm:spPr>
        <a:solidFill>
          <a:schemeClr val="tx1">
            <a:lumMod val="65000"/>
            <a:lumOff val="35000"/>
          </a:schemeClr>
        </a:solidFill>
      </dgm:spPr>
      <dgm:t>
        <a:bodyPr/>
        <a:lstStyle/>
        <a:p>
          <a:pPr rtl="0"/>
          <a:r>
            <a:rPr lang="en-US" dirty="0">
              <a:latin typeface="Times New Roman" panose="02020603050405020304" pitchFamily="18" charset="0"/>
              <a:cs typeface="Times New Roman" panose="02020603050405020304" pitchFamily="18" charset="0"/>
            </a:rPr>
            <a:t>Save to Database</a:t>
          </a:r>
        </a:p>
      </dgm:t>
    </dgm:pt>
    <dgm:pt modelId="{F12ADF6B-F731-8444-AD00-AB7A818C3F35}" type="parTrans" cxnId="{459D9ACC-932F-FB40-B18B-C378AA27662F}">
      <dgm:prSet/>
      <dgm:spPr/>
      <dgm:t>
        <a:bodyPr/>
        <a:lstStyle/>
        <a:p>
          <a:endParaRPr lang="en-US"/>
        </a:p>
      </dgm:t>
    </dgm:pt>
    <dgm:pt modelId="{A2A91594-276B-0A4E-B40E-3B40995A3297}" type="sibTrans" cxnId="{459D9ACC-932F-FB40-B18B-C378AA27662F}">
      <dgm:prSet/>
      <dgm:spPr/>
      <dgm:t>
        <a:bodyPr/>
        <a:lstStyle/>
        <a:p>
          <a:endParaRPr lang="en-US"/>
        </a:p>
      </dgm:t>
    </dgm:pt>
    <dgm:pt modelId="{42A609C4-A6C1-2B4A-A793-972A731880F0}">
      <dgm:prSet phldrT="[Text]"/>
      <dgm:spPr>
        <a:solidFill>
          <a:schemeClr val="tx1"/>
        </a:solidFill>
        <a:ln>
          <a:solidFill>
            <a:srgbClr val="B42632"/>
          </a:solidFill>
        </a:ln>
      </dgm:spPr>
      <dgm:t>
        <a:bodyPr/>
        <a:lstStyle/>
        <a:p>
          <a:pPr rtl="0"/>
          <a:r>
            <a:rPr lang="en-US" dirty="0">
              <a:latin typeface="Times New Roman" panose="02020603050405020304" pitchFamily="18" charset="0"/>
              <a:cs typeface="Times New Roman" panose="02020603050405020304" pitchFamily="18" charset="0"/>
            </a:rPr>
            <a:t>Retrieve Data</a:t>
          </a:r>
        </a:p>
      </dgm:t>
    </dgm:pt>
    <dgm:pt modelId="{632428FC-1562-2A44-A602-001066C325AC}" type="parTrans" cxnId="{DF710061-ED9A-5241-9D48-E19F7A2FC5FD}">
      <dgm:prSet/>
      <dgm:spPr/>
      <dgm:t>
        <a:bodyPr/>
        <a:lstStyle/>
        <a:p>
          <a:endParaRPr lang="en-US"/>
        </a:p>
      </dgm:t>
    </dgm:pt>
    <dgm:pt modelId="{6757D699-6C1D-E943-907B-0CB625DB526A}" type="sibTrans" cxnId="{DF710061-ED9A-5241-9D48-E19F7A2FC5FD}">
      <dgm:prSet/>
      <dgm:spPr/>
      <dgm:t>
        <a:bodyPr/>
        <a:lstStyle/>
        <a:p>
          <a:endParaRPr lang="en-US"/>
        </a:p>
      </dgm:t>
    </dgm:pt>
    <dgm:pt modelId="{69E29F25-6B23-A34B-8240-55923E06DD31}">
      <dgm:prSet phldrT="[Text]"/>
      <dgm:spPr>
        <a:solidFill>
          <a:srgbClr val="B42632"/>
        </a:solidFill>
      </dgm:spPr>
      <dgm:t>
        <a:bodyPr/>
        <a:lstStyle/>
        <a:p>
          <a:pPr rtl="0"/>
          <a:r>
            <a:rPr lang="en-US" dirty="0">
              <a:latin typeface="Times New Roman" panose="02020603050405020304" pitchFamily="18" charset="0"/>
              <a:cs typeface="Times New Roman" panose="02020603050405020304" pitchFamily="18" charset="0"/>
            </a:rPr>
            <a:t>Display to Users</a:t>
          </a:r>
        </a:p>
      </dgm:t>
    </dgm:pt>
    <dgm:pt modelId="{5A466965-7F41-294B-9200-80CD24F04CFB}" type="parTrans" cxnId="{34E380B6-E9E9-EC4C-ADFD-7393889A046E}">
      <dgm:prSet/>
      <dgm:spPr/>
      <dgm:t>
        <a:bodyPr/>
        <a:lstStyle/>
        <a:p>
          <a:endParaRPr lang="en-US"/>
        </a:p>
      </dgm:t>
    </dgm:pt>
    <dgm:pt modelId="{4D25E728-339F-C646-B52D-B2948540180C}" type="sibTrans" cxnId="{34E380B6-E9E9-EC4C-ADFD-7393889A046E}">
      <dgm:prSet/>
      <dgm:spPr/>
      <dgm:t>
        <a:bodyPr/>
        <a:lstStyle/>
        <a:p>
          <a:endParaRPr lang="en-US"/>
        </a:p>
      </dgm:t>
    </dgm:pt>
    <dgm:pt modelId="{4CF85A1A-5757-D244-8717-0E1C61E44FA5}" type="pres">
      <dgm:prSet presAssocID="{540EAD9A-C2A5-D646-9C39-F173E93C948A}" presName="Name0" presStyleCnt="0">
        <dgm:presLayoutVars>
          <dgm:dir/>
          <dgm:resizeHandles val="exact"/>
        </dgm:presLayoutVars>
      </dgm:prSet>
      <dgm:spPr/>
    </dgm:pt>
    <dgm:pt modelId="{134F428F-084B-9440-8DFC-99259970D167}" type="pres">
      <dgm:prSet presAssocID="{540EAD9A-C2A5-D646-9C39-F173E93C948A}" presName="cycle" presStyleCnt="0"/>
      <dgm:spPr/>
    </dgm:pt>
    <dgm:pt modelId="{D27FDF96-C37D-AE4B-B269-459D616C192C}" type="pres">
      <dgm:prSet presAssocID="{21BF0417-7598-7749-B651-AE991AF5CD7D}" presName="nodeFirstNode" presStyleLbl="node1" presStyleIdx="0" presStyleCnt="5" custRadScaleRad="104365" custRadScaleInc="-6">
        <dgm:presLayoutVars>
          <dgm:bulletEnabled val="1"/>
        </dgm:presLayoutVars>
      </dgm:prSet>
      <dgm:spPr/>
    </dgm:pt>
    <dgm:pt modelId="{4014181A-27DC-8643-95C6-3C2D1098D869}" type="pres">
      <dgm:prSet presAssocID="{82B8BB60-E750-5A4B-AF2B-725841EADAAE}" presName="sibTransFirstNode" presStyleLbl="bgShp" presStyleIdx="0" presStyleCnt="1"/>
      <dgm:spPr/>
    </dgm:pt>
    <dgm:pt modelId="{76994415-655A-334A-91A4-D1B3B636CE64}" type="pres">
      <dgm:prSet presAssocID="{B8CAE9C1-0401-794D-A3F5-3A4604C4775F}" presName="nodeFollowingNodes" presStyleLbl="node1" presStyleIdx="1" presStyleCnt="5">
        <dgm:presLayoutVars>
          <dgm:bulletEnabled val="1"/>
        </dgm:presLayoutVars>
      </dgm:prSet>
      <dgm:spPr/>
    </dgm:pt>
    <dgm:pt modelId="{780CC72F-4865-E243-A5B3-4425AF2DAA2C}" type="pres">
      <dgm:prSet presAssocID="{5F8D8D91-9EF7-7748-9EC5-A5AB63BEBF88}" presName="nodeFollowingNodes" presStyleLbl="node1" presStyleIdx="2" presStyleCnt="5">
        <dgm:presLayoutVars>
          <dgm:bulletEnabled val="1"/>
        </dgm:presLayoutVars>
      </dgm:prSet>
      <dgm:spPr/>
    </dgm:pt>
    <dgm:pt modelId="{10EAF8A0-0882-F74B-B144-AC4F004F459F}" type="pres">
      <dgm:prSet presAssocID="{42A609C4-A6C1-2B4A-A793-972A731880F0}" presName="nodeFollowingNodes" presStyleLbl="node1" presStyleIdx="3" presStyleCnt="5">
        <dgm:presLayoutVars>
          <dgm:bulletEnabled val="1"/>
        </dgm:presLayoutVars>
      </dgm:prSet>
      <dgm:spPr/>
    </dgm:pt>
    <dgm:pt modelId="{BAC397B3-A05B-A74E-B7C6-3F4CA984F2BD}" type="pres">
      <dgm:prSet presAssocID="{69E29F25-6B23-A34B-8240-55923E06DD31}" presName="nodeFollowingNodes" presStyleLbl="node1" presStyleIdx="4" presStyleCnt="5">
        <dgm:presLayoutVars>
          <dgm:bulletEnabled val="1"/>
        </dgm:presLayoutVars>
      </dgm:prSet>
      <dgm:spPr/>
    </dgm:pt>
  </dgm:ptLst>
  <dgm:cxnLst>
    <dgm:cxn modelId="{F9EF162C-64A9-C54C-AEDC-B1656763C020}" type="presOf" srcId="{21BF0417-7598-7749-B651-AE991AF5CD7D}" destId="{D27FDF96-C37D-AE4B-B269-459D616C192C}" srcOrd="0" destOrd="0" presId="urn:microsoft.com/office/officeart/2005/8/layout/cycle3"/>
    <dgm:cxn modelId="{EE8D7845-635D-BF4D-93D5-965969937569}" type="presOf" srcId="{B8CAE9C1-0401-794D-A3F5-3A4604C4775F}" destId="{76994415-655A-334A-91A4-D1B3B636CE64}" srcOrd="0" destOrd="0" presId="urn:microsoft.com/office/officeart/2005/8/layout/cycle3"/>
    <dgm:cxn modelId="{DF710061-ED9A-5241-9D48-E19F7A2FC5FD}" srcId="{540EAD9A-C2A5-D646-9C39-F173E93C948A}" destId="{42A609C4-A6C1-2B4A-A793-972A731880F0}" srcOrd="3" destOrd="0" parTransId="{632428FC-1562-2A44-A602-001066C325AC}" sibTransId="{6757D699-6C1D-E943-907B-0CB625DB526A}"/>
    <dgm:cxn modelId="{CC8A447A-B7B0-2545-A5C5-F8C7E37B59EA}" type="presOf" srcId="{82B8BB60-E750-5A4B-AF2B-725841EADAAE}" destId="{4014181A-27DC-8643-95C6-3C2D1098D869}" srcOrd="0" destOrd="0" presId="urn:microsoft.com/office/officeart/2005/8/layout/cycle3"/>
    <dgm:cxn modelId="{44287692-0893-D248-B043-F171783D5461}" type="presOf" srcId="{540EAD9A-C2A5-D646-9C39-F173E93C948A}" destId="{4CF85A1A-5757-D244-8717-0E1C61E44FA5}" srcOrd="0" destOrd="0" presId="urn:microsoft.com/office/officeart/2005/8/layout/cycle3"/>
    <dgm:cxn modelId="{8BD44095-FD02-F041-BD99-3278450B4741}" type="presOf" srcId="{5F8D8D91-9EF7-7748-9EC5-A5AB63BEBF88}" destId="{780CC72F-4865-E243-A5B3-4425AF2DAA2C}" srcOrd="0" destOrd="0" presId="urn:microsoft.com/office/officeart/2005/8/layout/cycle3"/>
    <dgm:cxn modelId="{D7BF969E-412E-A245-A3A6-A7B135B239D3}" type="presOf" srcId="{69E29F25-6B23-A34B-8240-55923E06DD31}" destId="{BAC397B3-A05B-A74E-B7C6-3F4CA984F2BD}" srcOrd="0" destOrd="0" presId="urn:microsoft.com/office/officeart/2005/8/layout/cycle3"/>
    <dgm:cxn modelId="{34E380B6-E9E9-EC4C-ADFD-7393889A046E}" srcId="{540EAD9A-C2A5-D646-9C39-F173E93C948A}" destId="{69E29F25-6B23-A34B-8240-55923E06DD31}" srcOrd="4" destOrd="0" parTransId="{5A466965-7F41-294B-9200-80CD24F04CFB}" sibTransId="{4D25E728-339F-C646-B52D-B2948540180C}"/>
    <dgm:cxn modelId="{459D9ACC-932F-FB40-B18B-C378AA27662F}" srcId="{540EAD9A-C2A5-D646-9C39-F173E93C948A}" destId="{5F8D8D91-9EF7-7748-9EC5-A5AB63BEBF88}" srcOrd="2" destOrd="0" parTransId="{F12ADF6B-F731-8444-AD00-AB7A818C3F35}" sibTransId="{A2A91594-276B-0A4E-B40E-3B40995A3297}"/>
    <dgm:cxn modelId="{C79700EA-C3B4-9A4C-8D70-E4B9B2DCA80E}" srcId="{540EAD9A-C2A5-D646-9C39-F173E93C948A}" destId="{21BF0417-7598-7749-B651-AE991AF5CD7D}" srcOrd="0" destOrd="0" parTransId="{D0E5280B-BE93-C944-86B8-B8A52C649670}" sibTransId="{82B8BB60-E750-5A4B-AF2B-725841EADAAE}"/>
    <dgm:cxn modelId="{E0E421F3-51CA-AB43-9F54-3A8002CEA303}" srcId="{540EAD9A-C2A5-D646-9C39-F173E93C948A}" destId="{B8CAE9C1-0401-794D-A3F5-3A4604C4775F}" srcOrd="1" destOrd="0" parTransId="{036AC804-6C30-0949-9B56-199FD4EFA611}" sibTransId="{CF5E99F8-2507-CB42-A1D2-4264851183BA}"/>
    <dgm:cxn modelId="{F53BBDF5-99AD-3948-AFF9-11EDCDC9D0F6}" type="presOf" srcId="{42A609C4-A6C1-2B4A-A793-972A731880F0}" destId="{10EAF8A0-0882-F74B-B144-AC4F004F459F}" srcOrd="0" destOrd="0" presId="urn:microsoft.com/office/officeart/2005/8/layout/cycle3"/>
    <dgm:cxn modelId="{61BF9E0D-DA2F-4842-AF91-E7440A3DB917}" type="presParOf" srcId="{4CF85A1A-5757-D244-8717-0E1C61E44FA5}" destId="{134F428F-084B-9440-8DFC-99259970D167}" srcOrd="0" destOrd="0" presId="urn:microsoft.com/office/officeart/2005/8/layout/cycle3"/>
    <dgm:cxn modelId="{3FFDE3EC-16A1-0548-ACE5-570255DD8F56}" type="presParOf" srcId="{134F428F-084B-9440-8DFC-99259970D167}" destId="{D27FDF96-C37D-AE4B-B269-459D616C192C}" srcOrd="0" destOrd="0" presId="urn:microsoft.com/office/officeart/2005/8/layout/cycle3"/>
    <dgm:cxn modelId="{6F5753A4-96A2-CD4F-9A92-30B5FA316D2C}" type="presParOf" srcId="{134F428F-084B-9440-8DFC-99259970D167}" destId="{4014181A-27DC-8643-95C6-3C2D1098D869}" srcOrd="1" destOrd="0" presId="urn:microsoft.com/office/officeart/2005/8/layout/cycle3"/>
    <dgm:cxn modelId="{98152BC0-0632-9341-99C6-7C6BFF793123}" type="presParOf" srcId="{134F428F-084B-9440-8DFC-99259970D167}" destId="{76994415-655A-334A-91A4-D1B3B636CE64}" srcOrd="2" destOrd="0" presId="urn:microsoft.com/office/officeart/2005/8/layout/cycle3"/>
    <dgm:cxn modelId="{B00C1A9E-7B77-C943-A418-082F526687E3}" type="presParOf" srcId="{134F428F-084B-9440-8DFC-99259970D167}" destId="{780CC72F-4865-E243-A5B3-4425AF2DAA2C}" srcOrd="3" destOrd="0" presId="urn:microsoft.com/office/officeart/2005/8/layout/cycle3"/>
    <dgm:cxn modelId="{6C8D469B-14A0-9F4C-BE59-56FE9EC130D7}" type="presParOf" srcId="{134F428F-084B-9440-8DFC-99259970D167}" destId="{10EAF8A0-0882-F74B-B144-AC4F004F459F}" srcOrd="4" destOrd="0" presId="urn:microsoft.com/office/officeart/2005/8/layout/cycle3"/>
    <dgm:cxn modelId="{7D1DF1F1-E1E6-DE4F-8052-850CCE8A98D7}" type="presParOf" srcId="{134F428F-084B-9440-8DFC-99259970D167}" destId="{BAC397B3-A05B-A74E-B7C6-3F4CA984F2BD}" srcOrd="5"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568457C-59C5-A644-A994-1EBB501AD2F7}" type="doc">
      <dgm:prSet loTypeId="urn:microsoft.com/office/officeart/2005/8/layout/cycle2" loCatId="" qsTypeId="urn:microsoft.com/office/officeart/2005/8/quickstyle/3d1" qsCatId="3D" csTypeId="urn:microsoft.com/office/officeart/2005/8/colors/colorful3" csCatId="colorful" phldr="1"/>
      <dgm:spPr/>
      <dgm:t>
        <a:bodyPr/>
        <a:lstStyle/>
        <a:p>
          <a:endParaRPr lang="en-US"/>
        </a:p>
      </dgm:t>
    </dgm:pt>
    <dgm:pt modelId="{7F0CBC21-9640-B64E-9FE5-E9E0B539B84A}">
      <dgm:prSet phldrT="[Text]" custT="1"/>
      <dgm:spPr>
        <a:solidFill>
          <a:schemeClr val="bg1"/>
        </a:solidFill>
      </dgm:spPr>
      <dgm:t>
        <a:bodyPr/>
        <a:lstStyle/>
        <a:p>
          <a:pPr rtl="0"/>
          <a:r>
            <a:rPr lang="en-US" sz="2800" dirty="0">
              <a:solidFill>
                <a:schemeClr val="tx1"/>
              </a:solidFill>
              <a:latin typeface="Times New Roman" panose="02020603050405020304" pitchFamily="18" charset="0"/>
              <a:cs typeface="Times New Roman" panose="02020603050405020304" pitchFamily="18" charset="0"/>
            </a:rPr>
            <a:t>Open Home</a:t>
          </a:r>
        </a:p>
      </dgm:t>
    </dgm:pt>
    <dgm:pt modelId="{EAE543A8-8A51-544F-8EBF-300129646DA3}" type="parTrans" cxnId="{60BBDB7C-5487-D149-8143-727B3C8F189C}">
      <dgm:prSet/>
      <dgm:spPr/>
      <dgm:t>
        <a:bodyPr/>
        <a:lstStyle/>
        <a:p>
          <a:endParaRPr lang="en-US"/>
        </a:p>
      </dgm:t>
    </dgm:pt>
    <dgm:pt modelId="{D668CA5B-8C8A-2946-B2D1-1EFF46AEE50B}" type="sibTrans" cxnId="{60BBDB7C-5487-D149-8143-727B3C8F189C}">
      <dgm:prSet/>
      <dgm:spPr>
        <a:solidFill>
          <a:schemeClr val="bg1"/>
        </a:solidFill>
      </dgm:spPr>
      <dgm:t>
        <a:bodyPr/>
        <a:lstStyle/>
        <a:p>
          <a:pPr rtl="0"/>
          <a:endParaRPr lang="en-US"/>
        </a:p>
      </dgm:t>
    </dgm:pt>
    <dgm:pt modelId="{6413C1FA-4D3A-C94E-B399-56BDC23C9C4A}">
      <dgm:prSet phldrT="[Text]"/>
      <dgm:spPr>
        <a:solidFill>
          <a:schemeClr val="bg1">
            <a:lumMod val="85000"/>
          </a:schemeClr>
        </a:solidFill>
      </dgm:spPr>
      <dgm:t>
        <a:bodyPr/>
        <a:lstStyle/>
        <a:p>
          <a:pPr rtl="0"/>
          <a:r>
            <a:rPr lang="en-US" dirty="0">
              <a:solidFill>
                <a:sysClr val="windowText" lastClr="000000"/>
              </a:solidFill>
              <a:latin typeface="Times New Roman" panose="02020603050405020304" pitchFamily="18" charset="0"/>
              <a:cs typeface="Times New Roman" panose="02020603050405020304" pitchFamily="18" charset="0"/>
            </a:rPr>
            <a:t>Choose Category</a:t>
          </a:r>
        </a:p>
      </dgm:t>
    </dgm:pt>
    <dgm:pt modelId="{C1E058E3-BE18-7B4D-AE94-A1F79F74E716}" type="parTrans" cxnId="{F782A423-4303-8A4E-AC5A-D212A7B52676}">
      <dgm:prSet/>
      <dgm:spPr/>
      <dgm:t>
        <a:bodyPr/>
        <a:lstStyle/>
        <a:p>
          <a:endParaRPr lang="en-US"/>
        </a:p>
      </dgm:t>
    </dgm:pt>
    <dgm:pt modelId="{341CF870-81F5-CB40-9FBC-3B517799940E}" type="sibTrans" cxnId="{F782A423-4303-8A4E-AC5A-D212A7B52676}">
      <dgm:prSet/>
      <dgm:spPr>
        <a:solidFill>
          <a:schemeClr val="bg1">
            <a:lumMod val="85000"/>
          </a:schemeClr>
        </a:solidFill>
      </dgm:spPr>
      <dgm:t>
        <a:bodyPr/>
        <a:lstStyle/>
        <a:p>
          <a:pPr rtl="0"/>
          <a:endParaRPr lang="en-US"/>
        </a:p>
      </dgm:t>
    </dgm:pt>
    <dgm:pt modelId="{59EDA797-4299-7342-902F-68021DCEADA7}">
      <dgm:prSet phldrT="[Text]" custT="1"/>
      <dgm:spPr>
        <a:solidFill>
          <a:schemeClr val="tx1">
            <a:lumMod val="65000"/>
            <a:lumOff val="35000"/>
          </a:schemeClr>
        </a:solidFill>
      </dgm:spPr>
      <dgm:t>
        <a:bodyPr/>
        <a:lstStyle/>
        <a:p>
          <a:pPr rtl="0"/>
          <a:r>
            <a:rPr lang="en-US" sz="2800" dirty="0">
              <a:latin typeface="Times New Roman" panose="02020603050405020304" pitchFamily="18" charset="0"/>
              <a:cs typeface="Times New Roman" panose="02020603050405020304" pitchFamily="18" charset="0"/>
            </a:rPr>
            <a:t>Browse Content</a:t>
          </a:r>
        </a:p>
      </dgm:t>
    </dgm:pt>
    <dgm:pt modelId="{BE73418D-A0E4-2B4F-908F-EF63742E65F9}" type="parTrans" cxnId="{E84A2398-B269-5144-BA37-2FF07B3C9E8B}">
      <dgm:prSet/>
      <dgm:spPr/>
      <dgm:t>
        <a:bodyPr/>
        <a:lstStyle/>
        <a:p>
          <a:endParaRPr lang="en-US"/>
        </a:p>
      </dgm:t>
    </dgm:pt>
    <dgm:pt modelId="{19118F77-AA09-7E4E-96C9-DEA478F77ED3}" type="sibTrans" cxnId="{E84A2398-B269-5144-BA37-2FF07B3C9E8B}">
      <dgm:prSet/>
      <dgm:spPr>
        <a:solidFill>
          <a:schemeClr val="tx1">
            <a:lumMod val="65000"/>
            <a:lumOff val="35000"/>
          </a:schemeClr>
        </a:solidFill>
      </dgm:spPr>
      <dgm:t>
        <a:bodyPr/>
        <a:lstStyle/>
        <a:p>
          <a:pPr rtl="0"/>
          <a:endParaRPr lang="en-US"/>
        </a:p>
      </dgm:t>
    </dgm:pt>
    <dgm:pt modelId="{41AD0F10-4855-9F40-93B1-F6B0CFB796EF}">
      <dgm:prSet phldrT="[Text]"/>
      <dgm:spPr>
        <a:solidFill>
          <a:schemeClr val="tx1"/>
        </a:solidFill>
        <a:ln>
          <a:solidFill>
            <a:srgbClr val="B42632"/>
          </a:solidFill>
        </a:ln>
      </dgm:spPr>
      <dgm:t>
        <a:bodyPr/>
        <a:lstStyle/>
        <a:p>
          <a:pPr rtl="0"/>
          <a:r>
            <a:rPr lang="en-US" dirty="0">
              <a:latin typeface="Times New Roman" panose="02020603050405020304" pitchFamily="18" charset="0"/>
              <a:cs typeface="Times New Roman" panose="02020603050405020304" pitchFamily="18" charset="0"/>
            </a:rPr>
            <a:t>Read/ Watch</a:t>
          </a:r>
        </a:p>
      </dgm:t>
    </dgm:pt>
    <dgm:pt modelId="{BA78C41B-E7D6-574A-87E7-DC3763EC4A6E}" type="parTrans" cxnId="{2639B3AA-EF45-B146-9F13-064719277096}">
      <dgm:prSet/>
      <dgm:spPr/>
      <dgm:t>
        <a:bodyPr/>
        <a:lstStyle/>
        <a:p>
          <a:endParaRPr lang="en-US"/>
        </a:p>
      </dgm:t>
    </dgm:pt>
    <dgm:pt modelId="{1E65037E-09B1-8346-8CF3-31A2CB25A3FD}" type="sibTrans" cxnId="{2639B3AA-EF45-B146-9F13-064719277096}">
      <dgm:prSet/>
      <dgm:spPr>
        <a:solidFill>
          <a:schemeClr val="tx1"/>
        </a:solidFill>
        <a:ln>
          <a:solidFill>
            <a:srgbClr val="B42632"/>
          </a:solidFill>
        </a:ln>
      </dgm:spPr>
      <dgm:t>
        <a:bodyPr/>
        <a:lstStyle/>
        <a:p>
          <a:pPr rtl="0"/>
          <a:endParaRPr lang="en-US"/>
        </a:p>
      </dgm:t>
    </dgm:pt>
    <dgm:pt modelId="{5CB183E1-EB02-5C44-B700-D065F673D096}">
      <dgm:prSet phldrT="[Text]"/>
      <dgm:spPr>
        <a:solidFill>
          <a:srgbClr val="B42632"/>
        </a:solidFill>
        <a:ln>
          <a:solidFill>
            <a:srgbClr val="B42632"/>
          </a:solidFill>
        </a:ln>
      </dgm:spPr>
      <dgm:t>
        <a:bodyPr/>
        <a:lstStyle/>
        <a:p>
          <a:pPr rtl="0"/>
          <a:r>
            <a:rPr lang="en-US" dirty="0">
              <a:latin typeface="Times New Roman" panose="02020603050405020304" pitchFamily="18" charset="0"/>
              <a:cs typeface="Times New Roman" panose="02020603050405020304" pitchFamily="18" charset="0"/>
            </a:rPr>
            <a:t>Submit Story</a:t>
          </a:r>
        </a:p>
      </dgm:t>
    </dgm:pt>
    <dgm:pt modelId="{2223DACD-6F3F-B241-9EC0-0D7C25949D91}" type="parTrans" cxnId="{68FA8732-8632-2940-B649-E7F443AD6A02}">
      <dgm:prSet/>
      <dgm:spPr/>
      <dgm:t>
        <a:bodyPr/>
        <a:lstStyle/>
        <a:p>
          <a:endParaRPr lang="en-US"/>
        </a:p>
      </dgm:t>
    </dgm:pt>
    <dgm:pt modelId="{88FEE937-4E2B-F34C-91E0-421C0B0B2CE0}" type="sibTrans" cxnId="{68FA8732-8632-2940-B649-E7F443AD6A02}">
      <dgm:prSet/>
      <dgm:spPr>
        <a:solidFill>
          <a:srgbClr val="B42632"/>
        </a:solidFill>
        <a:ln>
          <a:solidFill>
            <a:srgbClr val="B42632"/>
          </a:solidFill>
        </a:ln>
      </dgm:spPr>
      <dgm:t>
        <a:bodyPr/>
        <a:lstStyle/>
        <a:p>
          <a:pPr rtl="0"/>
          <a:endParaRPr lang="en-US"/>
        </a:p>
      </dgm:t>
    </dgm:pt>
    <dgm:pt modelId="{5D7422F4-F07E-8849-A13E-04C606233B32}" type="pres">
      <dgm:prSet presAssocID="{8568457C-59C5-A644-A994-1EBB501AD2F7}" presName="cycle" presStyleCnt="0">
        <dgm:presLayoutVars>
          <dgm:dir/>
          <dgm:resizeHandles val="exact"/>
        </dgm:presLayoutVars>
      </dgm:prSet>
      <dgm:spPr/>
    </dgm:pt>
    <dgm:pt modelId="{F9F12F01-7954-164D-B0F9-979A43C2D8BC}" type="pres">
      <dgm:prSet presAssocID="{7F0CBC21-9640-B64E-9FE5-E9E0B539B84A}" presName="node" presStyleLbl="node1" presStyleIdx="0" presStyleCnt="5">
        <dgm:presLayoutVars>
          <dgm:bulletEnabled val="1"/>
        </dgm:presLayoutVars>
      </dgm:prSet>
      <dgm:spPr/>
    </dgm:pt>
    <dgm:pt modelId="{470168AA-978B-D744-B6EC-FE57CADA58D8}" type="pres">
      <dgm:prSet presAssocID="{D668CA5B-8C8A-2946-B2D1-1EFF46AEE50B}" presName="sibTrans" presStyleLbl="sibTrans2D1" presStyleIdx="0" presStyleCnt="5"/>
      <dgm:spPr/>
    </dgm:pt>
    <dgm:pt modelId="{50D762A6-5A4A-0749-A953-0046E68664A8}" type="pres">
      <dgm:prSet presAssocID="{D668CA5B-8C8A-2946-B2D1-1EFF46AEE50B}" presName="connectorText" presStyleLbl="sibTrans2D1" presStyleIdx="0" presStyleCnt="5"/>
      <dgm:spPr/>
    </dgm:pt>
    <dgm:pt modelId="{52638E4E-0047-1D45-8E49-BF7266E2E5E0}" type="pres">
      <dgm:prSet presAssocID="{6413C1FA-4D3A-C94E-B399-56BDC23C9C4A}" presName="node" presStyleLbl="node1" presStyleIdx="1" presStyleCnt="5">
        <dgm:presLayoutVars>
          <dgm:bulletEnabled val="1"/>
        </dgm:presLayoutVars>
      </dgm:prSet>
      <dgm:spPr/>
    </dgm:pt>
    <dgm:pt modelId="{5C31C151-9FED-5F4E-9FBE-0D7D9CE7AAFF}" type="pres">
      <dgm:prSet presAssocID="{341CF870-81F5-CB40-9FBC-3B517799940E}" presName="sibTrans" presStyleLbl="sibTrans2D1" presStyleIdx="1" presStyleCnt="5"/>
      <dgm:spPr/>
    </dgm:pt>
    <dgm:pt modelId="{C0353320-9337-5849-A485-DAA346A78ACA}" type="pres">
      <dgm:prSet presAssocID="{341CF870-81F5-CB40-9FBC-3B517799940E}" presName="connectorText" presStyleLbl="sibTrans2D1" presStyleIdx="1" presStyleCnt="5"/>
      <dgm:spPr/>
    </dgm:pt>
    <dgm:pt modelId="{A3A66332-57E1-634A-B624-3501C5C22BBD}" type="pres">
      <dgm:prSet presAssocID="{59EDA797-4299-7342-902F-68021DCEADA7}" presName="node" presStyleLbl="node1" presStyleIdx="2" presStyleCnt="5">
        <dgm:presLayoutVars>
          <dgm:bulletEnabled val="1"/>
        </dgm:presLayoutVars>
      </dgm:prSet>
      <dgm:spPr/>
    </dgm:pt>
    <dgm:pt modelId="{49669323-FA82-DC4E-8031-2093E89D725C}" type="pres">
      <dgm:prSet presAssocID="{19118F77-AA09-7E4E-96C9-DEA478F77ED3}" presName="sibTrans" presStyleLbl="sibTrans2D1" presStyleIdx="2" presStyleCnt="5"/>
      <dgm:spPr/>
    </dgm:pt>
    <dgm:pt modelId="{FE831A4E-0B25-4949-829A-C633B2F8812E}" type="pres">
      <dgm:prSet presAssocID="{19118F77-AA09-7E4E-96C9-DEA478F77ED3}" presName="connectorText" presStyleLbl="sibTrans2D1" presStyleIdx="2" presStyleCnt="5"/>
      <dgm:spPr/>
    </dgm:pt>
    <dgm:pt modelId="{A6089F61-9373-9D4D-8206-B9583FC5ADE5}" type="pres">
      <dgm:prSet presAssocID="{41AD0F10-4855-9F40-93B1-F6B0CFB796EF}" presName="node" presStyleLbl="node1" presStyleIdx="3" presStyleCnt="5">
        <dgm:presLayoutVars>
          <dgm:bulletEnabled val="1"/>
        </dgm:presLayoutVars>
      </dgm:prSet>
      <dgm:spPr/>
    </dgm:pt>
    <dgm:pt modelId="{F70B1880-A422-E644-B670-92F9C4654CE1}" type="pres">
      <dgm:prSet presAssocID="{1E65037E-09B1-8346-8CF3-31A2CB25A3FD}" presName="sibTrans" presStyleLbl="sibTrans2D1" presStyleIdx="3" presStyleCnt="5"/>
      <dgm:spPr/>
    </dgm:pt>
    <dgm:pt modelId="{51575682-7637-8A41-B016-0463D8965117}" type="pres">
      <dgm:prSet presAssocID="{1E65037E-09B1-8346-8CF3-31A2CB25A3FD}" presName="connectorText" presStyleLbl="sibTrans2D1" presStyleIdx="3" presStyleCnt="5"/>
      <dgm:spPr/>
    </dgm:pt>
    <dgm:pt modelId="{ACB7924B-EA5A-9C4D-9DA6-FBAEC68F3F5A}" type="pres">
      <dgm:prSet presAssocID="{5CB183E1-EB02-5C44-B700-D065F673D096}" presName="node" presStyleLbl="node1" presStyleIdx="4" presStyleCnt="5">
        <dgm:presLayoutVars>
          <dgm:bulletEnabled val="1"/>
        </dgm:presLayoutVars>
      </dgm:prSet>
      <dgm:spPr/>
    </dgm:pt>
    <dgm:pt modelId="{0B5509A8-D819-0D41-9FA5-91CE0AD9E023}" type="pres">
      <dgm:prSet presAssocID="{88FEE937-4E2B-F34C-91E0-421C0B0B2CE0}" presName="sibTrans" presStyleLbl="sibTrans2D1" presStyleIdx="4" presStyleCnt="5"/>
      <dgm:spPr/>
    </dgm:pt>
    <dgm:pt modelId="{D3A0BF7B-54E2-454D-A320-BEB5A3513521}" type="pres">
      <dgm:prSet presAssocID="{88FEE937-4E2B-F34C-91E0-421C0B0B2CE0}" presName="connectorText" presStyleLbl="sibTrans2D1" presStyleIdx="4" presStyleCnt="5"/>
      <dgm:spPr/>
    </dgm:pt>
  </dgm:ptLst>
  <dgm:cxnLst>
    <dgm:cxn modelId="{EF331B08-852D-0E45-9FB6-0BC14F20B17E}" type="presOf" srcId="{1E65037E-09B1-8346-8CF3-31A2CB25A3FD}" destId="{51575682-7637-8A41-B016-0463D8965117}" srcOrd="1" destOrd="0" presId="urn:microsoft.com/office/officeart/2005/8/layout/cycle2"/>
    <dgm:cxn modelId="{73E1A913-EF3C-A24B-B37C-A21BF87A5D03}" type="presOf" srcId="{19118F77-AA09-7E4E-96C9-DEA478F77ED3}" destId="{49669323-FA82-DC4E-8031-2093E89D725C}" srcOrd="0" destOrd="0" presId="urn:microsoft.com/office/officeart/2005/8/layout/cycle2"/>
    <dgm:cxn modelId="{3D14BC1E-5F18-0243-9914-EEEC88C6A0B8}" type="presOf" srcId="{D668CA5B-8C8A-2946-B2D1-1EFF46AEE50B}" destId="{470168AA-978B-D744-B6EC-FE57CADA58D8}" srcOrd="0" destOrd="0" presId="urn:microsoft.com/office/officeart/2005/8/layout/cycle2"/>
    <dgm:cxn modelId="{F782A423-4303-8A4E-AC5A-D212A7B52676}" srcId="{8568457C-59C5-A644-A994-1EBB501AD2F7}" destId="{6413C1FA-4D3A-C94E-B399-56BDC23C9C4A}" srcOrd="1" destOrd="0" parTransId="{C1E058E3-BE18-7B4D-AE94-A1F79F74E716}" sibTransId="{341CF870-81F5-CB40-9FBC-3B517799940E}"/>
    <dgm:cxn modelId="{68FA8732-8632-2940-B649-E7F443AD6A02}" srcId="{8568457C-59C5-A644-A994-1EBB501AD2F7}" destId="{5CB183E1-EB02-5C44-B700-D065F673D096}" srcOrd="4" destOrd="0" parTransId="{2223DACD-6F3F-B241-9EC0-0D7C25949D91}" sibTransId="{88FEE937-4E2B-F34C-91E0-421C0B0B2CE0}"/>
    <dgm:cxn modelId="{5A68324A-0A82-FC4C-83D6-A4FC058E843B}" type="presOf" srcId="{8568457C-59C5-A644-A994-1EBB501AD2F7}" destId="{5D7422F4-F07E-8849-A13E-04C606233B32}" srcOrd="0" destOrd="0" presId="urn:microsoft.com/office/officeart/2005/8/layout/cycle2"/>
    <dgm:cxn modelId="{919E4455-6DBB-4642-B82C-EC30BA5CAC7C}" type="presOf" srcId="{59EDA797-4299-7342-902F-68021DCEADA7}" destId="{A3A66332-57E1-634A-B624-3501C5C22BBD}" srcOrd="0" destOrd="0" presId="urn:microsoft.com/office/officeart/2005/8/layout/cycle2"/>
    <dgm:cxn modelId="{BC5BC576-9F87-A444-9E40-DA6D4C363396}" type="presOf" srcId="{41AD0F10-4855-9F40-93B1-F6B0CFB796EF}" destId="{A6089F61-9373-9D4D-8206-B9583FC5ADE5}" srcOrd="0" destOrd="0" presId="urn:microsoft.com/office/officeart/2005/8/layout/cycle2"/>
    <dgm:cxn modelId="{60BBDB7C-5487-D149-8143-727B3C8F189C}" srcId="{8568457C-59C5-A644-A994-1EBB501AD2F7}" destId="{7F0CBC21-9640-B64E-9FE5-E9E0B539B84A}" srcOrd="0" destOrd="0" parTransId="{EAE543A8-8A51-544F-8EBF-300129646DA3}" sibTransId="{D668CA5B-8C8A-2946-B2D1-1EFF46AEE50B}"/>
    <dgm:cxn modelId="{DBC9D582-21AD-494D-98F0-10BA5681EC97}" type="presOf" srcId="{341CF870-81F5-CB40-9FBC-3B517799940E}" destId="{5C31C151-9FED-5F4E-9FBE-0D7D9CE7AAFF}" srcOrd="0" destOrd="0" presId="urn:microsoft.com/office/officeart/2005/8/layout/cycle2"/>
    <dgm:cxn modelId="{723F8C8A-FBC8-9146-AB21-54A929548541}" type="presOf" srcId="{88FEE937-4E2B-F34C-91E0-421C0B0B2CE0}" destId="{D3A0BF7B-54E2-454D-A320-BEB5A3513521}" srcOrd="1" destOrd="0" presId="urn:microsoft.com/office/officeart/2005/8/layout/cycle2"/>
    <dgm:cxn modelId="{11D4EC94-9BCD-F64A-9A1F-8AFDFC46E4EF}" type="presOf" srcId="{88FEE937-4E2B-F34C-91E0-421C0B0B2CE0}" destId="{0B5509A8-D819-0D41-9FA5-91CE0AD9E023}" srcOrd="0" destOrd="0" presId="urn:microsoft.com/office/officeart/2005/8/layout/cycle2"/>
    <dgm:cxn modelId="{E84A2398-B269-5144-BA37-2FF07B3C9E8B}" srcId="{8568457C-59C5-A644-A994-1EBB501AD2F7}" destId="{59EDA797-4299-7342-902F-68021DCEADA7}" srcOrd="2" destOrd="0" parTransId="{BE73418D-A0E4-2B4F-908F-EF63742E65F9}" sibTransId="{19118F77-AA09-7E4E-96C9-DEA478F77ED3}"/>
    <dgm:cxn modelId="{BA216998-7CC0-BE45-81EB-D829B6ED0EFB}" type="presOf" srcId="{1E65037E-09B1-8346-8CF3-31A2CB25A3FD}" destId="{F70B1880-A422-E644-B670-92F9C4654CE1}" srcOrd="0" destOrd="0" presId="urn:microsoft.com/office/officeart/2005/8/layout/cycle2"/>
    <dgm:cxn modelId="{2639B3AA-EF45-B146-9F13-064719277096}" srcId="{8568457C-59C5-A644-A994-1EBB501AD2F7}" destId="{41AD0F10-4855-9F40-93B1-F6B0CFB796EF}" srcOrd="3" destOrd="0" parTransId="{BA78C41B-E7D6-574A-87E7-DC3763EC4A6E}" sibTransId="{1E65037E-09B1-8346-8CF3-31A2CB25A3FD}"/>
    <dgm:cxn modelId="{A3EA83AC-79EE-3A40-88D2-C1FF9E45673F}" type="presOf" srcId="{341CF870-81F5-CB40-9FBC-3B517799940E}" destId="{C0353320-9337-5849-A485-DAA346A78ACA}" srcOrd="1" destOrd="0" presId="urn:microsoft.com/office/officeart/2005/8/layout/cycle2"/>
    <dgm:cxn modelId="{1A2467C9-5788-244B-8C8F-608CDED8D4AB}" type="presOf" srcId="{5CB183E1-EB02-5C44-B700-D065F673D096}" destId="{ACB7924B-EA5A-9C4D-9DA6-FBAEC68F3F5A}" srcOrd="0" destOrd="0" presId="urn:microsoft.com/office/officeart/2005/8/layout/cycle2"/>
    <dgm:cxn modelId="{020889CB-239E-4840-947F-4E1967768849}" type="presOf" srcId="{7F0CBC21-9640-B64E-9FE5-E9E0B539B84A}" destId="{F9F12F01-7954-164D-B0F9-979A43C2D8BC}" srcOrd="0" destOrd="0" presId="urn:microsoft.com/office/officeart/2005/8/layout/cycle2"/>
    <dgm:cxn modelId="{18A641D2-53EE-F743-A402-F919D4D42FEF}" type="presOf" srcId="{19118F77-AA09-7E4E-96C9-DEA478F77ED3}" destId="{FE831A4E-0B25-4949-829A-C633B2F8812E}" srcOrd="1" destOrd="0" presId="urn:microsoft.com/office/officeart/2005/8/layout/cycle2"/>
    <dgm:cxn modelId="{92A0BCE0-19FE-B24B-B303-10E4705C91AB}" type="presOf" srcId="{D668CA5B-8C8A-2946-B2D1-1EFF46AEE50B}" destId="{50D762A6-5A4A-0749-A953-0046E68664A8}" srcOrd="1" destOrd="0" presId="urn:microsoft.com/office/officeart/2005/8/layout/cycle2"/>
    <dgm:cxn modelId="{BF3360FE-3ABA-374B-BBBF-2728A358AEBE}" type="presOf" srcId="{6413C1FA-4D3A-C94E-B399-56BDC23C9C4A}" destId="{52638E4E-0047-1D45-8E49-BF7266E2E5E0}" srcOrd="0" destOrd="0" presId="urn:microsoft.com/office/officeart/2005/8/layout/cycle2"/>
    <dgm:cxn modelId="{37A9BE26-28B5-8342-8654-4CFEAC936779}" type="presParOf" srcId="{5D7422F4-F07E-8849-A13E-04C606233B32}" destId="{F9F12F01-7954-164D-B0F9-979A43C2D8BC}" srcOrd="0" destOrd="0" presId="urn:microsoft.com/office/officeart/2005/8/layout/cycle2"/>
    <dgm:cxn modelId="{CF9DB605-B6FB-A241-8399-F09FDFB27D75}" type="presParOf" srcId="{5D7422F4-F07E-8849-A13E-04C606233B32}" destId="{470168AA-978B-D744-B6EC-FE57CADA58D8}" srcOrd="1" destOrd="0" presId="urn:microsoft.com/office/officeart/2005/8/layout/cycle2"/>
    <dgm:cxn modelId="{E1C01D34-6104-034B-A17D-D45A4DB5E8B8}" type="presParOf" srcId="{470168AA-978B-D744-B6EC-FE57CADA58D8}" destId="{50D762A6-5A4A-0749-A953-0046E68664A8}" srcOrd="0" destOrd="0" presId="urn:microsoft.com/office/officeart/2005/8/layout/cycle2"/>
    <dgm:cxn modelId="{D5F1DC90-B0E6-5C49-AD34-FA0352034499}" type="presParOf" srcId="{5D7422F4-F07E-8849-A13E-04C606233B32}" destId="{52638E4E-0047-1D45-8E49-BF7266E2E5E0}" srcOrd="2" destOrd="0" presId="urn:microsoft.com/office/officeart/2005/8/layout/cycle2"/>
    <dgm:cxn modelId="{6B0ABC14-71A1-C644-B504-13A054417EC3}" type="presParOf" srcId="{5D7422F4-F07E-8849-A13E-04C606233B32}" destId="{5C31C151-9FED-5F4E-9FBE-0D7D9CE7AAFF}" srcOrd="3" destOrd="0" presId="urn:microsoft.com/office/officeart/2005/8/layout/cycle2"/>
    <dgm:cxn modelId="{0C6B21EC-16D6-5549-A29D-3AB5D4E6E5DD}" type="presParOf" srcId="{5C31C151-9FED-5F4E-9FBE-0D7D9CE7AAFF}" destId="{C0353320-9337-5849-A485-DAA346A78ACA}" srcOrd="0" destOrd="0" presId="urn:microsoft.com/office/officeart/2005/8/layout/cycle2"/>
    <dgm:cxn modelId="{A31EB365-792E-8F4C-B9DF-6573A13F6269}" type="presParOf" srcId="{5D7422F4-F07E-8849-A13E-04C606233B32}" destId="{A3A66332-57E1-634A-B624-3501C5C22BBD}" srcOrd="4" destOrd="0" presId="urn:microsoft.com/office/officeart/2005/8/layout/cycle2"/>
    <dgm:cxn modelId="{A9144B42-73E7-9E47-B00D-AAE80A4D2E83}" type="presParOf" srcId="{5D7422F4-F07E-8849-A13E-04C606233B32}" destId="{49669323-FA82-DC4E-8031-2093E89D725C}" srcOrd="5" destOrd="0" presId="urn:microsoft.com/office/officeart/2005/8/layout/cycle2"/>
    <dgm:cxn modelId="{57DDEC74-1A4F-EF42-AF13-6F284E0BCDB7}" type="presParOf" srcId="{49669323-FA82-DC4E-8031-2093E89D725C}" destId="{FE831A4E-0B25-4949-829A-C633B2F8812E}" srcOrd="0" destOrd="0" presId="urn:microsoft.com/office/officeart/2005/8/layout/cycle2"/>
    <dgm:cxn modelId="{E4FA05AD-65D3-4F40-B361-48E48AC0ECD1}" type="presParOf" srcId="{5D7422F4-F07E-8849-A13E-04C606233B32}" destId="{A6089F61-9373-9D4D-8206-B9583FC5ADE5}" srcOrd="6" destOrd="0" presId="urn:microsoft.com/office/officeart/2005/8/layout/cycle2"/>
    <dgm:cxn modelId="{F306DCA5-CFB1-DA46-B4F8-CCE8547C8C3B}" type="presParOf" srcId="{5D7422F4-F07E-8849-A13E-04C606233B32}" destId="{F70B1880-A422-E644-B670-92F9C4654CE1}" srcOrd="7" destOrd="0" presId="urn:microsoft.com/office/officeart/2005/8/layout/cycle2"/>
    <dgm:cxn modelId="{B5E0E08D-B043-6945-8B90-73C28DFCCB55}" type="presParOf" srcId="{F70B1880-A422-E644-B670-92F9C4654CE1}" destId="{51575682-7637-8A41-B016-0463D8965117}" srcOrd="0" destOrd="0" presId="urn:microsoft.com/office/officeart/2005/8/layout/cycle2"/>
    <dgm:cxn modelId="{ACD55F0B-70C2-E149-A40C-3DFDAF100522}" type="presParOf" srcId="{5D7422F4-F07E-8849-A13E-04C606233B32}" destId="{ACB7924B-EA5A-9C4D-9DA6-FBAEC68F3F5A}" srcOrd="8" destOrd="0" presId="urn:microsoft.com/office/officeart/2005/8/layout/cycle2"/>
    <dgm:cxn modelId="{7592658D-156B-064E-BFE5-B17A90C41162}" type="presParOf" srcId="{5D7422F4-F07E-8849-A13E-04C606233B32}" destId="{0B5509A8-D819-0D41-9FA5-91CE0AD9E023}" srcOrd="9" destOrd="0" presId="urn:microsoft.com/office/officeart/2005/8/layout/cycle2"/>
    <dgm:cxn modelId="{DF6ADAC2-AF81-9E4B-B21F-687A546CD872}" type="presParOf" srcId="{0B5509A8-D819-0D41-9FA5-91CE0AD9E023}" destId="{D3A0BF7B-54E2-454D-A320-BEB5A3513521}"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68457C-59C5-A644-A994-1EBB501AD2F7}" type="doc">
      <dgm:prSet loTypeId="urn:microsoft.com/office/officeart/2005/8/layout/cycle2" loCatId="" qsTypeId="urn:microsoft.com/office/officeart/2005/8/quickstyle/3d1" qsCatId="3D" csTypeId="urn:microsoft.com/office/officeart/2005/8/colors/colorful3" csCatId="colorful" phldr="1"/>
      <dgm:spPr/>
      <dgm:t>
        <a:bodyPr/>
        <a:lstStyle/>
        <a:p>
          <a:endParaRPr lang="en-US"/>
        </a:p>
      </dgm:t>
    </dgm:pt>
    <dgm:pt modelId="{7F0CBC21-9640-B64E-9FE5-E9E0B539B84A}">
      <dgm:prSet phldrT="[Text]"/>
      <dgm:spPr>
        <a:solidFill>
          <a:schemeClr val="bg1"/>
        </a:solidFill>
      </dgm:spPr>
      <dgm:t>
        <a:bodyPr/>
        <a:lstStyle/>
        <a:p>
          <a:pPr rtl="0"/>
          <a:r>
            <a:rPr lang="en-US" dirty="0">
              <a:solidFill>
                <a:schemeClr val="tx1"/>
              </a:solidFill>
              <a:latin typeface="Times New Roman" panose="02020603050405020304" pitchFamily="18" charset="0"/>
              <a:cs typeface="Times New Roman" panose="02020603050405020304" pitchFamily="18" charset="0"/>
            </a:rPr>
            <a:t>Login</a:t>
          </a:r>
        </a:p>
      </dgm:t>
    </dgm:pt>
    <dgm:pt modelId="{EAE543A8-8A51-544F-8EBF-300129646DA3}" type="parTrans" cxnId="{60BBDB7C-5487-D149-8143-727B3C8F189C}">
      <dgm:prSet/>
      <dgm:spPr/>
      <dgm:t>
        <a:bodyPr/>
        <a:lstStyle/>
        <a:p>
          <a:endParaRPr lang="en-US"/>
        </a:p>
      </dgm:t>
    </dgm:pt>
    <dgm:pt modelId="{D668CA5B-8C8A-2946-B2D1-1EFF46AEE50B}" type="sibTrans" cxnId="{60BBDB7C-5487-D149-8143-727B3C8F189C}">
      <dgm:prSet/>
      <dgm:spPr>
        <a:solidFill>
          <a:schemeClr val="bg1"/>
        </a:solidFill>
      </dgm:spPr>
      <dgm:t>
        <a:bodyPr/>
        <a:lstStyle/>
        <a:p>
          <a:pPr rtl="0"/>
          <a:endParaRPr lang="en-US"/>
        </a:p>
      </dgm:t>
    </dgm:pt>
    <dgm:pt modelId="{59EDA797-4299-7342-902F-68021DCEADA7}">
      <dgm:prSet phldrT="[Text]"/>
      <dgm:spPr>
        <a:solidFill>
          <a:schemeClr val="tx1">
            <a:lumMod val="65000"/>
            <a:lumOff val="35000"/>
          </a:schemeClr>
        </a:solidFill>
      </dgm:spPr>
      <dgm:t>
        <a:bodyPr/>
        <a:lstStyle/>
        <a:p>
          <a:pPr rtl="0"/>
          <a:r>
            <a:rPr lang="en-US" dirty="0">
              <a:latin typeface="Times New Roman" panose="02020603050405020304" pitchFamily="18" charset="0"/>
              <a:cs typeface="Times New Roman" panose="02020603050405020304" pitchFamily="18" charset="0"/>
            </a:rPr>
            <a:t>Manage Module</a:t>
          </a:r>
        </a:p>
      </dgm:t>
    </dgm:pt>
    <dgm:pt modelId="{BE73418D-A0E4-2B4F-908F-EF63742E65F9}" type="parTrans" cxnId="{E84A2398-B269-5144-BA37-2FF07B3C9E8B}">
      <dgm:prSet/>
      <dgm:spPr/>
      <dgm:t>
        <a:bodyPr/>
        <a:lstStyle/>
        <a:p>
          <a:endParaRPr lang="en-US"/>
        </a:p>
      </dgm:t>
    </dgm:pt>
    <dgm:pt modelId="{19118F77-AA09-7E4E-96C9-DEA478F77ED3}" type="sibTrans" cxnId="{E84A2398-B269-5144-BA37-2FF07B3C9E8B}">
      <dgm:prSet/>
      <dgm:spPr>
        <a:solidFill>
          <a:schemeClr val="tx1">
            <a:lumMod val="65000"/>
            <a:lumOff val="35000"/>
          </a:schemeClr>
        </a:solidFill>
      </dgm:spPr>
      <dgm:t>
        <a:bodyPr/>
        <a:lstStyle/>
        <a:p>
          <a:pPr rtl="0"/>
          <a:endParaRPr lang="en-US"/>
        </a:p>
      </dgm:t>
    </dgm:pt>
    <dgm:pt modelId="{5CB183E1-EB02-5C44-B700-D065F673D096}">
      <dgm:prSet phldrT="[Text]"/>
      <dgm:spPr>
        <a:solidFill>
          <a:srgbClr val="B42632"/>
        </a:solidFill>
        <a:ln>
          <a:solidFill>
            <a:srgbClr val="B42632"/>
          </a:solidFill>
        </a:ln>
      </dgm:spPr>
      <dgm:t>
        <a:bodyPr/>
        <a:lstStyle/>
        <a:p>
          <a:pPr rtl="0"/>
          <a:r>
            <a:rPr lang="en-US" dirty="0">
              <a:latin typeface="Times New Roman" panose="02020603050405020304" pitchFamily="18" charset="0"/>
              <a:cs typeface="Times New Roman" panose="02020603050405020304" pitchFamily="18" charset="0"/>
            </a:rPr>
            <a:t>Update Website</a:t>
          </a:r>
        </a:p>
      </dgm:t>
    </dgm:pt>
    <dgm:pt modelId="{2223DACD-6F3F-B241-9EC0-0D7C25949D91}" type="parTrans" cxnId="{68FA8732-8632-2940-B649-E7F443AD6A02}">
      <dgm:prSet/>
      <dgm:spPr/>
      <dgm:t>
        <a:bodyPr/>
        <a:lstStyle/>
        <a:p>
          <a:endParaRPr lang="en-US"/>
        </a:p>
      </dgm:t>
    </dgm:pt>
    <dgm:pt modelId="{88FEE937-4E2B-F34C-91E0-421C0B0B2CE0}" type="sibTrans" cxnId="{68FA8732-8632-2940-B649-E7F443AD6A02}">
      <dgm:prSet/>
      <dgm:spPr>
        <a:solidFill>
          <a:srgbClr val="B42632"/>
        </a:solidFill>
      </dgm:spPr>
      <dgm:t>
        <a:bodyPr/>
        <a:lstStyle/>
        <a:p>
          <a:pPr rtl="0"/>
          <a:endParaRPr lang="en-US"/>
        </a:p>
      </dgm:t>
    </dgm:pt>
    <dgm:pt modelId="{41AD0F10-4855-9F40-93B1-F6B0CFB796EF}">
      <dgm:prSet phldrT="[Text]"/>
      <dgm:spPr>
        <a:solidFill>
          <a:schemeClr val="tx1"/>
        </a:solidFill>
        <a:ln>
          <a:solidFill>
            <a:srgbClr val="B42632"/>
          </a:solidFill>
        </a:ln>
      </dgm:spPr>
      <dgm:t>
        <a:bodyPr/>
        <a:lstStyle/>
        <a:p>
          <a:pPr rtl="0"/>
          <a:r>
            <a:rPr lang="en-US" dirty="0">
              <a:latin typeface="Times New Roman" panose="02020603050405020304" pitchFamily="18" charset="0"/>
              <a:cs typeface="Times New Roman" panose="02020603050405020304" pitchFamily="18" charset="0"/>
            </a:rPr>
            <a:t>CRUD Operation</a:t>
          </a:r>
        </a:p>
      </dgm:t>
    </dgm:pt>
    <dgm:pt modelId="{1E65037E-09B1-8346-8CF3-31A2CB25A3FD}" type="sibTrans" cxnId="{2639B3AA-EF45-B146-9F13-064719277096}">
      <dgm:prSet/>
      <dgm:spPr>
        <a:solidFill>
          <a:schemeClr val="tx1"/>
        </a:solidFill>
        <a:ln>
          <a:solidFill>
            <a:srgbClr val="B42632"/>
          </a:solidFill>
        </a:ln>
      </dgm:spPr>
      <dgm:t>
        <a:bodyPr/>
        <a:lstStyle/>
        <a:p>
          <a:pPr rtl="0"/>
          <a:endParaRPr lang="en-US"/>
        </a:p>
      </dgm:t>
    </dgm:pt>
    <dgm:pt modelId="{BA78C41B-E7D6-574A-87E7-DC3763EC4A6E}" type="parTrans" cxnId="{2639B3AA-EF45-B146-9F13-064719277096}">
      <dgm:prSet/>
      <dgm:spPr/>
      <dgm:t>
        <a:bodyPr/>
        <a:lstStyle/>
        <a:p>
          <a:endParaRPr lang="en-US"/>
        </a:p>
      </dgm:t>
    </dgm:pt>
    <dgm:pt modelId="{6413C1FA-4D3A-C94E-B399-56BDC23C9C4A}">
      <dgm:prSet phldrT="[Text]"/>
      <dgm:spPr>
        <a:solidFill>
          <a:schemeClr val="bg1">
            <a:lumMod val="85000"/>
          </a:schemeClr>
        </a:solidFill>
      </dgm:spPr>
      <dgm:t>
        <a:bodyPr/>
        <a:lstStyle/>
        <a:p>
          <a:pPr rtl="0"/>
          <a:r>
            <a:rPr lang="en-US" dirty="0">
              <a:solidFill>
                <a:schemeClr val="tx1"/>
              </a:solidFill>
              <a:latin typeface="Times New Roman" panose="02020603050405020304" pitchFamily="18" charset="0"/>
              <a:cs typeface="Times New Roman" panose="02020603050405020304" pitchFamily="18" charset="0"/>
            </a:rPr>
            <a:t>Dashboard</a:t>
          </a:r>
        </a:p>
      </dgm:t>
    </dgm:pt>
    <dgm:pt modelId="{341CF870-81F5-CB40-9FBC-3B517799940E}" type="sibTrans" cxnId="{F782A423-4303-8A4E-AC5A-D212A7B52676}">
      <dgm:prSet/>
      <dgm:spPr>
        <a:solidFill>
          <a:schemeClr val="bg1">
            <a:lumMod val="85000"/>
          </a:schemeClr>
        </a:solidFill>
      </dgm:spPr>
      <dgm:t>
        <a:bodyPr/>
        <a:lstStyle/>
        <a:p>
          <a:pPr rtl="0"/>
          <a:endParaRPr lang="en-US"/>
        </a:p>
      </dgm:t>
    </dgm:pt>
    <dgm:pt modelId="{C1E058E3-BE18-7B4D-AE94-A1F79F74E716}" type="parTrans" cxnId="{F782A423-4303-8A4E-AC5A-D212A7B52676}">
      <dgm:prSet/>
      <dgm:spPr/>
      <dgm:t>
        <a:bodyPr/>
        <a:lstStyle/>
        <a:p>
          <a:endParaRPr lang="en-US"/>
        </a:p>
      </dgm:t>
    </dgm:pt>
    <dgm:pt modelId="{5D7422F4-F07E-8849-A13E-04C606233B32}" type="pres">
      <dgm:prSet presAssocID="{8568457C-59C5-A644-A994-1EBB501AD2F7}" presName="cycle" presStyleCnt="0">
        <dgm:presLayoutVars>
          <dgm:dir/>
          <dgm:resizeHandles val="exact"/>
        </dgm:presLayoutVars>
      </dgm:prSet>
      <dgm:spPr/>
    </dgm:pt>
    <dgm:pt modelId="{F9F12F01-7954-164D-B0F9-979A43C2D8BC}" type="pres">
      <dgm:prSet presAssocID="{7F0CBC21-9640-B64E-9FE5-E9E0B539B84A}" presName="node" presStyleLbl="node1" presStyleIdx="0" presStyleCnt="5">
        <dgm:presLayoutVars>
          <dgm:bulletEnabled val="1"/>
        </dgm:presLayoutVars>
      </dgm:prSet>
      <dgm:spPr/>
    </dgm:pt>
    <dgm:pt modelId="{470168AA-978B-D744-B6EC-FE57CADA58D8}" type="pres">
      <dgm:prSet presAssocID="{D668CA5B-8C8A-2946-B2D1-1EFF46AEE50B}" presName="sibTrans" presStyleLbl="sibTrans2D1" presStyleIdx="0" presStyleCnt="5"/>
      <dgm:spPr/>
    </dgm:pt>
    <dgm:pt modelId="{50D762A6-5A4A-0749-A953-0046E68664A8}" type="pres">
      <dgm:prSet presAssocID="{D668CA5B-8C8A-2946-B2D1-1EFF46AEE50B}" presName="connectorText" presStyleLbl="sibTrans2D1" presStyleIdx="0" presStyleCnt="5"/>
      <dgm:spPr/>
    </dgm:pt>
    <dgm:pt modelId="{52638E4E-0047-1D45-8E49-BF7266E2E5E0}" type="pres">
      <dgm:prSet presAssocID="{6413C1FA-4D3A-C94E-B399-56BDC23C9C4A}" presName="node" presStyleLbl="node1" presStyleIdx="1" presStyleCnt="5">
        <dgm:presLayoutVars>
          <dgm:bulletEnabled val="1"/>
        </dgm:presLayoutVars>
      </dgm:prSet>
      <dgm:spPr/>
    </dgm:pt>
    <dgm:pt modelId="{5C31C151-9FED-5F4E-9FBE-0D7D9CE7AAFF}" type="pres">
      <dgm:prSet presAssocID="{341CF870-81F5-CB40-9FBC-3B517799940E}" presName="sibTrans" presStyleLbl="sibTrans2D1" presStyleIdx="1" presStyleCnt="5"/>
      <dgm:spPr/>
    </dgm:pt>
    <dgm:pt modelId="{C0353320-9337-5849-A485-DAA346A78ACA}" type="pres">
      <dgm:prSet presAssocID="{341CF870-81F5-CB40-9FBC-3B517799940E}" presName="connectorText" presStyleLbl="sibTrans2D1" presStyleIdx="1" presStyleCnt="5"/>
      <dgm:spPr/>
    </dgm:pt>
    <dgm:pt modelId="{A3A66332-57E1-634A-B624-3501C5C22BBD}" type="pres">
      <dgm:prSet presAssocID="{59EDA797-4299-7342-902F-68021DCEADA7}" presName="node" presStyleLbl="node1" presStyleIdx="2" presStyleCnt="5">
        <dgm:presLayoutVars>
          <dgm:bulletEnabled val="1"/>
        </dgm:presLayoutVars>
      </dgm:prSet>
      <dgm:spPr/>
    </dgm:pt>
    <dgm:pt modelId="{49669323-FA82-DC4E-8031-2093E89D725C}" type="pres">
      <dgm:prSet presAssocID="{19118F77-AA09-7E4E-96C9-DEA478F77ED3}" presName="sibTrans" presStyleLbl="sibTrans2D1" presStyleIdx="2" presStyleCnt="5"/>
      <dgm:spPr/>
    </dgm:pt>
    <dgm:pt modelId="{FE831A4E-0B25-4949-829A-C633B2F8812E}" type="pres">
      <dgm:prSet presAssocID="{19118F77-AA09-7E4E-96C9-DEA478F77ED3}" presName="connectorText" presStyleLbl="sibTrans2D1" presStyleIdx="2" presStyleCnt="5"/>
      <dgm:spPr/>
    </dgm:pt>
    <dgm:pt modelId="{A6089F61-9373-9D4D-8206-B9583FC5ADE5}" type="pres">
      <dgm:prSet presAssocID="{41AD0F10-4855-9F40-93B1-F6B0CFB796EF}" presName="node" presStyleLbl="node1" presStyleIdx="3" presStyleCnt="5">
        <dgm:presLayoutVars>
          <dgm:bulletEnabled val="1"/>
        </dgm:presLayoutVars>
      </dgm:prSet>
      <dgm:spPr/>
    </dgm:pt>
    <dgm:pt modelId="{F70B1880-A422-E644-B670-92F9C4654CE1}" type="pres">
      <dgm:prSet presAssocID="{1E65037E-09B1-8346-8CF3-31A2CB25A3FD}" presName="sibTrans" presStyleLbl="sibTrans2D1" presStyleIdx="3" presStyleCnt="5"/>
      <dgm:spPr/>
    </dgm:pt>
    <dgm:pt modelId="{51575682-7637-8A41-B016-0463D8965117}" type="pres">
      <dgm:prSet presAssocID="{1E65037E-09B1-8346-8CF3-31A2CB25A3FD}" presName="connectorText" presStyleLbl="sibTrans2D1" presStyleIdx="3" presStyleCnt="5"/>
      <dgm:spPr/>
    </dgm:pt>
    <dgm:pt modelId="{ACB7924B-EA5A-9C4D-9DA6-FBAEC68F3F5A}" type="pres">
      <dgm:prSet presAssocID="{5CB183E1-EB02-5C44-B700-D065F673D096}" presName="node" presStyleLbl="node1" presStyleIdx="4" presStyleCnt="5">
        <dgm:presLayoutVars>
          <dgm:bulletEnabled val="1"/>
        </dgm:presLayoutVars>
      </dgm:prSet>
      <dgm:spPr/>
    </dgm:pt>
    <dgm:pt modelId="{0B5509A8-D819-0D41-9FA5-91CE0AD9E023}" type="pres">
      <dgm:prSet presAssocID="{88FEE937-4E2B-F34C-91E0-421C0B0B2CE0}" presName="sibTrans" presStyleLbl="sibTrans2D1" presStyleIdx="4" presStyleCnt="5"/>
      <dgm:spPr/>
    </dgm:pt>
    <dgm:pt modelId="{D3A0BF7B-54E2-454D-A320-BEB5A3513521}" type="pres">
      <dgm:prSet presAssocID="{88FEE937-4E2B-F34C-91E0-421C0B0B2CE0}" presName="connectorText" presStyleLbl="sibTrans2D1" presStyleIdx="4" presStyleCnt="5"/>
      <dgm:spPr/>
    </dgm:pt>
  </dgm:ptLst>
  <dgm:cxnLst>
    <dgm:cxn modelId="{EF331B08-852D-0E45-9FB6-0BC14F20B17E}" type="presOf" srcId="{1E65037E-09B1-8346-8CF3-31A2CB25A3FD}" destId="{51575682-7637-8A41-B016-0463D8965117}" srcOrd="1" destOrd="0" presId="urn:microsoft.com/office/officeart/2005/8/layout/cycle2"/>
    <dgm:cxn modelId="{73E1A913-EF3C-A24B-B37C-A21BF87A5D03}" type="presOf" srcId="{19118F77-AA09-7E4E-96C9-DEA478F77ED3}" destId="{49669323-FA82-DC4E-8031-2093E89D725C}" srcOrd="0" destOrd="0" presId="urn:microsoft.com/office/officeart/2005/8/layout/cycle2"/>
    <dgm:cxn modelId="{3D14BC1E-5F18-0243-9914-EEEC88C6A0B8}" type="presOf" srcId="{D668CA5B-8C8A-2946-B2D1-1EFF46AEE50B}" destId="{470168AA-978B-D744-B6EC-FE57CADA58D8}" srcOrd="0" destOrd="0" presId="urn:microsoft.com/office/officeart/2005/8/layout/cycle2"/>
    <dgm:cxn modelId="{F782A423-4303-8A4E-AC5A-D212A7B52676}" srcId="{8568457C-59C5-A644-A994-1EBB501AD2F7}" destId="{6413C1FA-4D3A-C94E-B399-56BDC23C9C4A}" srcOrd="1" destOrd="0" parTransId="{C1E058E3-BE18-7B4D-AE94-A1F79F74E716}" sibTransId="{341CF870-81F5-CB40-9FBC-3B517799940E}"/>
    <dgm:cxn modelId="{68FA8732-8632-2940-B649-E7F443AD6A02}" srcId="{8568457C-59C5-A644-A994-1EBB501AD2F7}" destId="{5CB183E1-EB02-5C44-B700-D065F673D096}" srcOrd="4" destOrd="0" parTransId="{2223DACD-6F3F-B241-9EC0-0D7C25949D91}" sibTransId="{88FEE937-4E2B-F34C-91E0-421C0B0B2CE0}"/>
    <dgm:cxn modelId="{5A68324A-0A82-FC4C-83D6-A4FC058E843B}" type="presOf" srcId="{8568457C-59C5-A644-A994-1EBB501AD2F7}" destId="{5D7422F4-F07E-8849-A13E-04C606233B32}" srcOrd="0" destOrd="0" presId="urn:microsoft.com/office/officeart/2005/8/layout/cycle2"/>
    <dgm:cxn modelId="{919E4455-6DBB-4642-B82C-EC30BA5CAC7C}" type="presOf" srcId="{59EDA797-4299-7342-902F-68021DCEADA7}" destId="{A3A66332-57E1-634A-B624-3501C5C22BBD}" srcOrd="0" destOrd="0" presId="urn:microsoft.com/office/officeart/2005/8/layout/cycle2"/>
    <dgm:cxn modelId="{BC5BC576-9F87-A444-9E40-DA6D4C363396}" type="presOf" srcId="{41AD0F10-4855-9F40-93B1-F6B0CFB796EF}" destId="{A6089F61-9373-9D4D-8206-B9583FC5ADE5}" srcOrd="0" destOrd="0" presId="urn:microsoft.com/office/officeart/2005/8/layout/cycle2"/>
    <dgm:cxn modelId="{60BBDB7C-5487-D149-8143-727B3C8F189C}" srcId="{8568457C-59C5-A644-A994-1EBB501AD2F7}" destId="{7F0CBC21-9640-B64E-9FE5-E9E0B539B84A}" srcOrd="0" destOrd="0" parTransId="{EAE543A8-8A51-544F-8EBF-300129646DA3}" sibTransId="{D668CA5B-8C8A-2946-B2D1-1EFF46AEE50B}"/>
    <dgm:cxn modelId="{DBC9D582-21AD-494D-98F0-10BA5681EC97}" type="presOf" srcId="{341CF870-81F5-CB40-9FBC-3B517799940E}" destId="{5C31C151-9FED-5F4E-9FBE-0D7D9CE7AAFF}" srcOrd="0" destOrd="0" presId="urn:microsoft.com/office/officeart/2005/8/layout/cycle2"/>
    <dgm:cxn modelId="{723F8C8A-FBC8-9146-AB21-54A929548541}" type="presOf" srcId="{88FEE937-4E2B-F34C-91E0-421C0B0B2CE0}" destId="{D3A0BF7B-54E2-454D-A320-BEB5A3513521}" srcOrd="1" destOrd="0" presId="urn:microsoft.com/office/officeart/2005/8/layout/cycle2"/>
    <dgm:cxn modelId="{11D4EC94-9BCD-F64A-9A1F-8AFDFC46E4EF}" type="presOf" srcId="{88FEE937-4E2B-F34C-91E0-421C0B0B2CE0}" destId="{0B5509A8-D819-0D41-9FA5-91CE0AD9E023}" srcOrd="0" destOrd="0" presId="urn:microsoft.com/office/officeart/2005/8/layout/cycle2"/>
    <dgm:cxn modelId="{E84A2398-B269-5144-BA37-2FF07B3C9E8B}" srcId="{8568457C-59C5-A644-A994-1EBB501AD2F7}" destId="{59EDA797-4299-7342-902F-68021DCEADA7}" srcOrd="2" destOrd="0" parTransId="{BE73418D-A0E4-2B4F-908F-EF63742E65F9}" sibTransId="{19118F77-AA09-7E4E-96C9-DEA478F77ED3}"/>
    <dgm:cxn modelId="{BA216998-7CC0-BE45-81EB-D829B6ED0EFB}" type="presOf" srcId="{1E65037E-09B1-8346-8CF3-31A2CB25A3FD}" destId="{F70B1880-A422-E644-B670-92F9C4654CE1}" srcOrd="0" destOrd="0" presId="urn:microsoft.com/office/officeart/2005/8/layout/cycle2"/>
    <dgm:cxn modelId="{2639B3AA-EF45-B146-9F13-064719277096}" srcId="{8568457C-59C5-A644-A994-1EBB501AD2F7}" destId="{41AD0F10-4855-9F40-93B1-F6B0CFB796EF}" srcOrd="3" destOrd="0" parTransId="{BA78C41B-E7D6-574A-87E7-DC3763EC4A6E}" sibTransId="{1E65037E-09B1-8346-8CF3-31A2CB25A3FD}"/>
    <dgm:cxn modelId="{A3EA83AC-79EE-3A40-88D2-C1FF9E45673F}" type="presOf" srcId="{341CF870-81F5-CB40-9FBC-3B517799940E}" destId="{C0353320-9337-5849-A485-DAA346A78ACA}" srcOrd="1" destOrd="0" presId="urn:microsoft.com/office/officeart/2005/8/layout/cycle2"/>
    <dgm:cxn modelId="{1A2467C9-5788-244B-8C8F-608CDED8D4AB}" type="presOf" srcId="{5CB183E1-EB02-5C44-B700-D065F673D096}" destId="{ACB7924B-EA5A-9C4D-9DA6-FBAEC68F3F5A}" srcOrd="0" destOrd="0" presId="urn:microsoft.com/office/officeart/2005/8/layout/cycle2"/>
    <dgm:cxn modelId="{020889CB-239E-4840-947F-4E1967768849}" type="presOf" srcId="{7F0CBC21-9640-B64E-9FE5-E9E0B539B84A}" destId="{F9F12F01-7954-164D-B0F9-979A43C2D8BC}" srcOrd="0" destOrd="0" presId="urn:microsoft.com/office/officeart/2005/8/layout/cycle2"/>
    <dgm:cxn modelId="{18A641D2-53EE-F743-A402-F919D4D42FEF}" type="presOf" srcId="{19118F77-AA09-7E4E-96C9-DEA478F77ED3}" destId="{FE831A4E-0B25-4949-829A-C633B2F8812E}" srcOrd="1" destOrd="0" presId="urn:microsoft.com/office/officeart/2005/8/layout/cycle2"/>
    <dgm:cxn modelId="{92A0BCE0-19FE-B24B-B303-10E4705C91AB}" type="presOf" srcId="{D668CA5B-8C8A-2946-B2D1-1EFF46AEE50B}" destId="{50D762A6-5A4A-0749-A953-0046E68664A8}" srcOrd="1" destOrd="0" presId="urn:microsoft.com/office/officeart/2005/8/layout/cycle2"/>
    <dgm:cxn modelId="{BF3360FE-3ABA-374B-BBBF-2728A358AEBE}" type="presOf" srcId="{6413C1FA-4D3A-C94E-B399-56BDC23C9C4A}" destId="{52638E4E-0047-1D45-8E49-BF7266E2E5E0}" srcOrd="0" destOrd="0" presId="urn:microsoft.com/office/officeart/2005/8/layout/cycle2"/>
    <dgm:cxn modelId="{37A9BE26-28B5-8342-8654-4CFEAC936779}" type="presParOf" srcId="{5D7422F4-F07E-8849-A13E-04C606233B32}" destId="{F9F12F01-7954-164D-B0F9-979A43C2D8BC}" srcOrd="0" destOrd="0" presId="urn:microsoft.com/office/officeart/2005/8/layout/cycle2"/>
    <dgm:cxn modelId="{CF9DB605-B6FB-A241-8399-F09FDFB27D75}" type="presParOf" srcId="{5D7422F4-F07E-8849-A13E-04C606233B32}" destId="{470168AA-978B-D744-B6EC-FE57CADA58D8}" srcOrd="1" destOrd="0" presId="urn:microsoft.com/office/officeart/2005/8/layout/cycle2"/>
    <dgm:cxn modelId="{E1C01D34-6104-034B-A17D-D45A4DB5E8B8}" type="presParOf" srcId="{470168AA-978B-D744-B6EC-FE57CADA58D8}" destId="{50D762A6-5A4A-0749-A953-0046E68664A8}" srcOrd="0" destOrd="0" presId="urn:microsoft.com/office/officeart/2005/8/layout/cycle2"/>
    <dgm:cxn modelId="{D5F1DC90-B0E6-5C49-AD34-FA0352034499}" type="presParOf" srcId="{5D7422F4-F07E-8849-A13E-04C606233B32}" destId="{52638E4E-0047-1D45-8E49-BF7266E2E5E0}" srcOrd="2" destOrd="0" presId="urn:microsoft.com/office/officeart/2005/8/layout/cycle2"/>
    <dgm:cxn modelId="{6B0ABC14-71A1-C644-B504-13A054417EC3}" type="presParOf" srcId="{5D7422F4-F07E-8849-A13E-04C606233B32}" destId="{5C31C151-9FED-5F4E-9FBE-0D7D9CE7AAFF}" srcOrd="3" destOrd="0" presId="urn:microsoft.com/office/officeart/2005/8/layout/cycle2"/>
    <dgm:cxn modelId="{0C6B21EC-16D6-5549-A29D-3AB5D4E6E5DD}" type="presParOf" srcId="{5C31C151-9FED-5F4E-9FBE-0D7D9CE7AAFF}" destId="{C0353320-9337-5849-A485-DAA346A78ACA}" srcOrd="0" destOrd="0" presId="urn:microsoft.com/office/officeart/2005/8/layout/cycle2"/>
    <dgm:cxn modelId="{A31EB365-792E-8F4C-B9DF-6573A13F6269}" type="presParOf" srcId="{5D7422F4-F07E-8849-A13E-04C606233B32}" destId="{A3A66332-57E1-634A-B624-3501C5C22BBD}" srcOrd="4" destOrd="0" presId="urn:microsoft.com/office/officeart/2005/8/layout/cycle2"/>
    <dgm:cxn modelId="{A9144B42-73E7-9E47-B00D-AAE80A4D2E83}" type="presParOf" srcId="{5D7422F4-F07E-8849-A13E-04C606233B32}" destId="{49669323-FA82-DC4E-8031-2093E89D725C}" srcOrd="5" destOrd="0" presId="urn:microsoft.com/office/officeart/2005/8/layout/cycle2"/>
    <dgm:cxn modelId="{57DDEC74-1A4F-EF42-AF13-6F284E0BCDB7}" type="presParOf" srcId="{49669323-FA82-DC4E-8031-2093E89D725C}" destId="{FE831A4E-0B25-4949-829A-C633B2F8812E}" srcOrd="0" destOrd="0" presId="urn:microsoft.com/office/officeart/2005/8/layout/cycle2"/>
    <dgm:cxn modelId="{E4FA05AD-65D3-4F40-B361-48E48AC0ECD1}" type="presParOf" srcId="{5D7422F4-F07E-8849-A13E-04C606233B32}" destId="{A6089F61-9373-9D4D-8206-B9583FC5ADE5}" srcOrd="6" destOrd="0" presId="urn:microsoft.com/office/officeart/2005/8/layout/cycle2"/>
    <dgm:cxn modelId="{F306DCA5-CFB1-DA46-B4F8-CCE8547C8C3B}" type="presParOf" srcId="{5D7422F4-F07E-8849-A13E-04C606233B32}" destId="{F70B1880-A422-E644-B670-92F9C4654CE1}" srcOrd="7" destOrd="0" presId="urn:microsoft.com/office/officeart/2005/8/layout/cycle2"/>
    <dgm:cxn modelId="{B5E0E08D-B043-6945-8B90-73C28DFCCB55}" type="presParOf" srcId="{F70B1880-A422-E644-B670-92F9C4654CE1}" destId="{51575682-7637-8A41-B016-0463D8965117}" srcOrd="0" destOrd="0" presId="urn:microsoft.com/office/officeart/2005/8/layout/cycle2"/>
    <dgm:cxn modelId="{ACD55F0B-70C2-E149-A40C-3DFDAF100522}" type="presParOf" srcId="{5D7422F4-F07E-8849-A13E-04C606233B32}" destId="{ACB7924B-EA5A-9C4D-9DA6-FBAEC68F3F5A}" srcOrd="8" destOrd="0" presId="urn:microsoft.com/office/officeart/2005/8/layout/cycle2"/>
    <dgm:cxn modelId="{7592658D-156B-064E-BFE5-B17A90C41162}" type="presParOf" srcId="{5D7422F4-F07E-8849-A13E-04C606233B32}" destId="{0B5509A8-D819-0D41-9FA5-91CE0AD9E023}" srcOrd="9" destOrd="0" presId="urn:microsoft.com/office/officeart/2005/8/layout/cycle2"/>
    <dgm:cxn modelId="{DF6ADAC2-AF81-9E4B-B21F-687A546CD872}" type="presParOf" srcId="{0B5509A8-D819-0D41-9FA5-91CE0AD9E023}" destId="{D3A0BF7B-54E2-454D-A320-BEB5A3513521}"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FBC969D-734C-C642-B7D5-2701250B34E1}" type="doc">
      <dgm:prSet loTypeId="urn:microsoft.com/office/officeart/2005/8/layout/StepDownProcess" loCatId="" qsTypeId="urn:microsoft.com/office/officeart/2005/8/quickstyle/3d3" qsCatId="3D" csTypeId="urn:microsoft.com/office/officeart/2005/8/colors/colorful3" csCatId="colorful" phldr="1"/>
      <dgm:spPr/>
      <dgm:t>
        <a:bodyPr/>
        <a:lstStyle/>
        <a:p>
          <a:endParaRPr lang="en-US"/>
        </a:p>
      </dgm:t>
    </dgm:pt>
    <dgm:pt modelId="{61CBA026-340D-C94D-B0AD-65739C63EC74}">
      <dgm:prSet phldrT="[Text]" custT="1"/>
      <dgm:spPr>
        <a:solidFill>
          <a:schemeClr val="bg1"/>
        </a:solidFill>
      </dgm:spPr>
      <dgm:t>
        <a:bodyPr/>
        <a:lstStyle/>
        <a:p>
          <a:pPr>
            <a:buNone/>
          </a:pPr>
          <a:r>
            <a:rPr lang="en-US" sz="2400" b="1" dirty="0">
              <a:solidFill>
                <a:schemeClr val="tx1"/>
              </a:solidFill>
              <a:latin typeface="Times New Roman" panose="02020603050405020304" pitchFamily="18" charset="0"/>
              <a:ea typeface="Arial" pitchFamily="34" charset="-122"/>
              <a:cs typeface="Times New Roman" panose="02020603050405020304" pitchFamily="18" charset="0"/>
            </a:rPr>
            <a:t>Database Layer</a:t>
          </a:r>
          <a:endParaRPr lang="en-US" sz="2400" b="1" dirty="0">
            <a:solidFill>
              <a:schemeClr val="tx1"/>
            </a:solidFill>
            <a:latin typeface="Times New Roman" panose="02020603050405020304" pitchFamily="18" charset="0"/>
            <a:cs typeface="Times New Roman" panose="02020603050405020304" pitchFamily="18" charset="0"/>
          </a:endParaRPr>
        </a:p>
        <a:p>
          <a:pPr>
            <a:buNone/>
          </a:pPr>
          <a:r>
            <a:rPr lang="en-US" sz="2400" dirty="0">
              <a:solidFill>
                <a:schemeClr val="tx1"/>
              </a:solidFill>
              <a:latin typeface="Times New Roman" panose="02020603050405020304" pitchFamily="18" charset="0"/>
              <a:ea typeface="Arial" pitchFamily="34" charset="-122"/>
              <a:cs typeface="Times New Roman" panose="02020603050405020304" pitchFamily="18" charset="0"/>
            </a:rPr>
            <a:t>MySQL stores stories, media, users, team, submissions</a:t>
          </a:r>
          <a:endParaRPr lang="en-US" sz="2400" dirty="0">
            <a:solidFill>
              <a:schemeClr val="tx1"/>
            </a:solidFill>
            <a:latin typeface="Times New Roman" panose="02020603050405020304" pitchFamily="18" charset="0"/>
            <a:cs typeface="Times New Roman" panose="02020603050405020304" pitchFamily="18" charset="0"/>
          </a:endParaRPr>
        </a:p>
      </dgm:t>
    </dgm:pt>
    <dgm:pt modelId="{0FCEC67F-E08C-FC44-B479-DAC10E1F8E3C}" type="parTrans" cxnId="{E17988D5-5F16-7842-90B1-EB049DB43876}">
      <dgm:prSet/>
      <dgm:spPr/>
      <dgm:t>
        <a:bodyPr/>
        <a:lstStyle/>
        <a:p>
          <a:endParaRPr lang="en-US"/>
        </a:p>
      </dgm:t>
    </dgm:pt>
    <dgm:pt modelId="{8FDA26E2-6EAB-B341-BC6F-047DEB5F3B5E}" type="sibTrans" cxnId="{E17988D5-5F16-7842-90B1-EB049DB43876}">
      <dgm:prSet/>
      <dgm:spPr/>
      <dgm:t>
        <a:bodyPr/>
        <a:lstStyle/>
        <a:p>
          <a:endParaRPr lang="en-US"/>
        </a:p>
      </dgm:t>
    </dgm:pt>
    <dgm:pt modelId="{7FCF6C70-806C-8042-82EF-56902922A6D9}">
      <dgm:prSet phldrT="[Text]" custT="1"/>
      <dgm:spPr>
        <a:solidFill>
          <a:schemeClr val="tx1"/>
        </a:solidFill>
        <a:ln>
          <a:solidFill>
            <a:srgbClr val="B42632"/>
          </a:solidFill>
        </a:ln>
      </dgm:spPr>
      <dgm:t>
        <a:bodyPr/>
        <a:lstStyle/>
        <a:p>
          <a:pPr>
            <a:buNone/>
          </a:pPr>
          <a:r>
            <a:rPr lang="en-US" sz="2400" b="1" dirty="0">
              <a:solidFill>
                <a:schemeClr val="bg1"/>
              </a:solidFill>
              <a:latin typeface="Times New Roman" panose="02020603050405020304" pitchFamily="18" charset="0"/>
              <a:ea typeface="Arial" pitchFamily="34" charset="-122"/>
              <a:cs typeface="Times New Roman" panose="02020603050405020304" pitchFamily="18" charset="0"/>
            </a:rPr>
            <a:t>Backend Layer</a:t>
          </a:r>
        </a:p>
        <a:p>
          <a:pPr>
            <a:buNone/>
          </a:pPr>
          <a:r>
            <a:rPr lang="en-US" sz="2400" dirty="0">
              <a:solidFill>
                <a:schemeClr val="bg1"/>
              </a:solidFill>
              <a:latin typeface="Times New Roman" panose="02020603050405020304" pitchFamily="18" charset="0"/>
              <a:ea typeface="Arial" pitchFamily="34" charset="-122"/>
              <a:cs typeface="Times New Roman" panose="02020603050405020304" pitchFamily="18" charset="0"/>
            </a:rPr>
            <a:t>PHP handles requests, validation, and database operations</a:t>
          </a:r>
          <a:endParaRPr lang="en-US" sz="2400" dirty="0">
            <a:solidFill>
              <a:schemeClr val="bg1"/>
            </a:solidFill>
            <a:latin typeface="Times New Roman" panose="02020603050405020304" pitchFamily="18" charset="0"/>
            <a:cs typeface="Times New Roman" panose="02020603050405020304" pitchFamily="18" charset="0"/>
          </a:endParaRPr>
        </a:p>
      </dgm:t>
    </dgm:pt>
    <dgm:pt modelId="{3C873234-29E5-6C49-A998-4509438CF8CF}" type="parTrans" cxnId="{DEE7B26C-F5EB-6849-9352-80A302F59422}">
      <dgm:prSet/>
      <dgm:spPr/>
      <dgm:t>
        <a:bodyPr/>
        <a:lstStyle/>
        <a:p>
          <a:endParaRPr lang="en-US"/>
        </a:p>
      </dgm:t>
    </dgm:pt>
    <dgm:pt modelId="{3F7E9E9E-ADAC-5647-BA52-FE7842984220}" type="sibTrans" cxnId="{DEE7B26C-F5EB-6849-9352-80A302F59422}">
      <dgm:prSet/>
      <dgm:spPr/>
      <dgm:t>
        <a:bodyPr/>
        <a:lstStyle/>
        <a:p>
          <a:endParaRPr lang="en-US"/>
        </a:p>
      </dgm:t>
    </dgm:pt>
    <dgm:pt modelId="{67ACCBA5-2177-5C4F-8D67-C751885AA866}">
      <dgm:prSet phldrT="[Text]" custT="1"/>
      <dgm:spPr>
        <a:solidFill>
          <a:srgbClr val="B42632"/>
        </a:solidFill>
        <a:ln>
          <a:solidFill>
            <a:schemeClr val="bg1"/>
          </a:solidFill>
        </a:ln>
      </dgm:spPr>
      <dgm:t>
        <a:bodyPr/>
        <a:lstStyle/>
        <a:p>
          <a:pPr>
            <a:buNone/>
          </a:pPr>
          <a:r>
            <a:rPr lang="en-US" sz="2400" b="1" dirty="0">
              <a:solidFill>
                <a:schemeClr val="bg1"/>
              </a:solidFill>
              <a:latin typeface="Times New Roman" panose="02020603050405020304" pitchFamily="18" charset="0"/>
              <a:ea typeface="Arial" pitchFamily="34" charset="-122"/>
              <a:cs typeface="Times New Roman" panose="02020603050405020304" pitchFamily="18" charset="0"/>
            </a:rPr>
            <a:t>Frontend Layer</a:t>
          </a:r>
          <a:endParaRPr lang="en-US" sz="2400" b="1" dirty="0">
            <a:solidFill>
              <a:schemeClr val="bg1"/>
            </a:solidFill>
            <a:latin typeface="Times New Roman" panose="02020603050405020304" pitchFamily="18" charset="0"/>
            <a:cs typeface="Times New Roman" panose="02020603050405020304" pitchFamily="18" charset="0"/>
          </a:endParaRPr>
        </a:p>
        <a:p>
          <a:pPr>
            <a:buNone/>
          </a:pPr>
          <a:r>
            <a:rPr lang="en-US" sz="2400" dirty="0">
              <a:solidFill>
                <a:schemeClr val="bg1"/>
              </a:solidFill>
              <a:latin typeface="Times New Roman" panose="02020603050405020304" pitchFamily="18" charset="0"/>
              <a:ea typeface="Arial" pitchFamily="34" charset="-122"/>
              <a:cs typeface="Times New Roman" panose="02020603050405020304" pitchFamily="18" charset="0"/>
            </a:rPr>
            <a:t>HTML5 + CSS3 + Bootstrap + JavaScript</a:t>
          </a:r>
          <a:endParaRPr lang="en-US" sz="2400" dirty="0">
            <a:solidFill>
              <a:schemeClr val="bg1"/>
            </a:solidFill>
            <a:latin typeface="Times New Roman" panose="02020603050405020304" pitchFamily="18" charset="0"/>
            <a:cs typeface="Times New Roman" panose="02020603050405020304" pitchFamily="18" charset="0"/>
          </a:endParaRPr>
        </a:p>
      </dgm:t>
    </dgm:pt>
    <dgm:pt modelId="{7577754B-A040-9343-A181-81AA709041BD}" type="parTrans" cxnId="{D161BCF7-AADB-754E-AE59-7B5FC4C036A2}">
      <dgm:prSet/>
      <dgm:spPr/>
      <dgm:t>
        <a:bodyPr/>
        <a:lstStyle/>
        <a:p>
          <a:endParaRPr lang="en-US"/>
        </a:p>
      </dgm:t>
    </dgm:pt>
    <dgm:pt modelId="{95E73BCF-70F9-7D43-A94F-2172C9244245}" type="sibTrans" cxnId="{D161BCF7-AADB-754E-AE59-7B5FC4C036A2}">
      <dgm:prSet/>
      <dgm:spPr/>
      <dgm:t>
        <a:bodyPr/>
        <a:lstStyle/>
        <a:p>
          <a:endParaRPr lang="en-US"/>
        </a:p>
      </dgm:t>
    </dgm:pt>
    <dgm:pt modelId="{1E602FA5-0383-AC47-9F41-1760F9C1F28C}" type="pres">
      <dgm:prSet presAssocID="{2FBC969D-734C-C642-B7D5-2701250B34E1}" presName="rootnode" presStyleCnt="0">
        <dgm:presLayoutVars>
          <dgm:chMax/>
          <dgm:chPref/>
          <dgm:dir/>
          <dgm:animLvl val="lvl"/>
        </dgm:presLayoutVars>
      </dgm:prSet>
      <dgm:spPr/>
    </dgm:pt>
    <dgm:pt modelId="{7F85FEAD-1299-B64A-8FE5-B8ADA89B2BB3}" type="pres">
      <dgm:prSet presAssocID="{61CBA026-340D-C94D-B0AD-65739C63EC74}" presName="composite" presStyleCnt="0"/>
      <dgm:spPr/>
    </dgm:pt>
    <dgm:pt modelId="{6DC9A3DA-7483-FF43-9A89-3660769D6185}" type="pres">
      <dgm:prSet presAssocID="{61CBA026-340D-C94D-B0AD-65739C63EC74}" presName="bentUpArrow1" presStyleLbl="alignImgPlace1" presStyleIdx="0" presStyleCnt="2" custLinFactNeighborX="-84846" custLinFactNeighborY="5225"/>
      <dgm:spPr>
        <a:solidFill>
          <a:schemeClr val="bg1"/>
        </a:solidFill>
      </dgm:spPr>
    </dgm:pt>
    <dgm:pt modelId="{18A2220E-FB97-EB4E-81B6-ED5E544E9A9D}" type="pres">
      <dgm:prSet presAssocID="{61CBA026-340D-C94D-B0AD-65739C63EC74}" presName="ParentText" presStyleLbl="node1" presStyleIdx="0" presStyleCnt="3" custScaleX="303787">
        <dgm:presLayoutVars>
          <dgm:chMax val="1"/>
          <dgm:chPref val="1"/>
          <dgm:bulletEnabled val="1"/>
        </dgm:presLayoutVars>
      </dgm:prSet>
      <dgm:spPr/>
    </dgm:pt>
    <dgm:pt modelId="{F2D5BD92-7F70-4045-85EA-6A2AA6E521B9}" type="pres">
      <dgm:prSet presAssocID="{61CBA026-340D-C94D-B0AD-65739C63EC74}" presName="ChildText" presStyleLbl="revTx" presStyleIdx="0" presStyleCnt="2">
        <dgm:presLayoutVars>
          <dgm:chMax val="0"/>
          <dgm:chPref val="0"/>
          <dgm:bulletEnabled val="1"/>
        </dgm:presLayoutVars>
      </dgm:prSet>
      <dgm:spPr/>
    </dgm:pt>
    <dgm:pt modelId="{7F6AB745-D1E1-6E4C-9E06-70AAF9D19A4A}" type="pres">
      <dgm:prSet presAssocID="{8FDA26E2-6EAB-B341-BC6F-047DEB5F3B5E}" presName="sibTrans" presStyleCnt="0"/>
      <dgm:spPr/>
    </dgm:pt>
    <dgm:pt modelId="{B28E566C-6421-8A46-B9A0-350DD8B32C06}" type="pres">
      <dgm:prSet presAssocID="{7FCF6C70-806C-8042-82EF-56902922A6D9}" presName="composite" presStyleCnt="0"/>
      <dgm:spPr/>
    </dgm:pt>
    <dgm:pt modelId="{EF4628B8-95F9-1847-A39C-9C09D3FC9C57}" type="pres">
      <dgm:prSet presAssocID="{7FCF6C70-806C-8042-82EF-56902922A6D9}" presName="bentUpArrow1" presStyleLbl="alignImgPlace1" presStyleIdx="1" presStyleCnt="2" custScaleX="95347" custScaleY="90901" custLinFactX="-59423" custLinFactNeighborX="-100000" custLinFactNeighborY="6818"/>
      <dgm:spPr>
        <a:solidFill>
          <a:schemeClr val="bg1"/>
        </a:solidFill>
        <a:ln>
          <a:solidFill>
            <a:srgbClr val="B42632"/>
          </a:solidFill>
        </a:ln>
      </dgm:spPr>
    </dgm:pt>
    <dgm:pt modelId="{D1E4D9DC-00AE-E24E-B1B6-B167C1B80D34}" type="pres">
      <dgm:prSet presAssocID="{7FCF6C70-806C-8042-82EF-56902922A6D9}" presName="ParentText" presStyleLbl="node1" presStyleIdx="1" presStyleCnt="3" custScaleX="332302" custLinFactNeighborX="-21775" custLinFactNeighborY="7167">
        <dgm:presLayoutVars>
          <dgm:chMax val="1"/>
          <dgm:chPref val="1"/>
          <dgm:bulletEnabled val="1"/>
        </dgm:presLayoutVars>
      </dgm:prSet>
      <dgm:spPr/>
    </dgm:pt>
    <dgm:pt modelId="{D28D20F0-65DD-094B-A3D7-DC946EBE7F77}" type="pres">
      <dgm:prSet presAssocID="{7FCF6C70-806C-8042-82EF-56902922A6D9}" presName="ChildText" presStyleLbl="revTx" presStyleIdx="1" presStyleCnt="2">
        <dgm:presLayoutVars>
          <dgm:chMax val="0"/>
          <dgm:chPref val="0"/>
          <dgm:bulletEnabled val="1"/>
        </dgm:presLayoutVars>
      </dgm:prSet>
      <dgm:spPr/>
    </dgm:pt>
    <dgm:pt modelId="{8ACB48AA-DEAB-DF42-9B13-A9EF6DB63661}" type="pres">
      <dgm:prSet presAssocID="{3F7E9E9E-ADAC-5647-BA52-FE7842984220}" presName="sibTrans" presStyleCnt="0"/>
      <dgm:spPr/>
    </dgm:pt>
    <dgm:pt modelId="{D8A93BC9-5152-C34A-9033-595E4DDDE5DD}" type="pres">
      <dgm:prSet presAssocID="{67ACCBA5-2177-5C4F-8D67-C751885AA866}" presName="composite" presStyleCnt="0"/>
      <dgm:spPr/>
    </dgm:pt>
    <dgm:pt modelId="{585A0C74-DA89-6B4C-BE28-8A7473B53BB9}" type="pres">
      <dgm:prSet presAssocID="{67ACCBA5-2177-5C4F-8D67-C751885AA866}" presName="ParentText" presStyleLbl="node1" presStyleIdx="2" presStyleCnt="3" custScaleX="301575" custLinFactNeighborX="-56611" custLinFactNeighborY="30905">
        <dgm:presLayoutVars>
          <dgm:chMax val="1"/>
          <dgm:chPref val="1"/>
          <dgm:bulletEnabled val="1"/>
        </dgm:presLayoutVars>
      </dgm:prSet>
      <dgm:spPr/>
    </dgm:pt>
  </dgm:ptLst>
  <dgm:cxnLst>
    <dgm:cxn modelId="{C94F7324-F82F-544E-9437-848A0C844FB1}" type="presOf" srcId="{7FCF6C70-806C-8042-82EF-56902922A6D9}" destId="{D1E4D9DC-00AE-E24E-B1B6-B167C1B80D34}" srcOrd="0" destOrd="0" presId="urn:microsoft.com/office/officeart/2005/8/layout/StepDownProcess"/>
    <dgm:cxn modelId="{DAFBBB59-B482-C64F-A1F4-F0849C1AD5B6}" type="presOf" srcId="{67ACCBA5-2177-5C4F-8D67-C751885AA866}" destId="{585A0C74-DA89-6B4C-BE28-8A7473B53BB9}" srcOrd="0" destOrd="0" presId="urn:microsoft.com/office/officeart/2005/8/layout/StepDownProcess"/>
    <dgm:cxn modelId="{DEE7B26C-F5EB-6849-9352-80A302F59422}" srcId="{2FBC969D-734C-C642-B7D5-2701250B34E1}" destId="{7FCF6C70-806C-8042-82EF-56902922A6D9}" srcOrd="1" destOrd="0" parTransId="{3C873234-29E5-6C49-A998-4509438CF8CF}" sibTransId="{3F7E9E9E-ADAC-5647-BA52-FE7842984220}"/>
    <dgm:cxn modelId="{911DAAB1-03E5-3443-B968-674E8FA4D3AF}" type="presOf" srcId="{2FBC969D-734C-C642-B7D5-2701250B34E1}" destId="{1E602FA5-0383-AC47-9F41-1760F9C1F28C}" srcOrd="0" destOrd="0" presId="urn:microsoft.com/office/officeart/2005/8/layout/StepDownProcess"/>
    <dgm:cxn modelId="{F2E5E8BB-C010-EF43-98A1-1199030BD4F0}" type="presOf" srcId="{61CBA026-340D-C94D-B0AD-65739C63EC74}" destId="{18A2220E-FB97-EB4E-81B6-ED5E544E9A9D}" srcOrd="0" destOrd="0" presId="urn:microsoft.com/office/officeart/2005/8/layout/StepDownProcess"/>
    <dgm:cxn modelId="{E17988D5-5F16-7842-90B1-EB049DB43876}" srcId="{2FBC969D-734C-C642-B7D5-2701250B34E1}" destId="{61CBA026-340D-C94D-B0AD-65739C63EC74}" srcOrd="0" destOrd="0" parTransId="{0FCEC67F-E08C-FC44-B479-DAC10E1F8E3C}" sibTransId="{8FDA26E2-6EAB-B341-BC6F-047DEB5F3B5E}"/>
    <dgm:cxn modelId="{D161BCF7-AADB-754E-AE59-7B5FC4C036A2}" srcId="{2FBC969D-734C-C642-B7D5-2701250B34E1}" destId="{67ACCBA5-2177-5C4F-8D67-C751885AA866}" srcOrd="2" destOrd="0" parTransId="{7577754B-A040-9343-A181-81AA709041BD}" sibTransId="{95E73BCF-70F9-7D43-A94F-2172C9244245}"/>
    <dgm:cxn modelId="{408F67BE-7AD4-374F-982D-37883491C04B}" type="presParOf" srcId="{1E602FA5-0383-AC47-9F41-1760F9C1F28C}" destId="{7F85FEAD-1299-B64A-8FE5-B8ADA89B2BB3}" srcOrd="0" destOrd="0" presId="urn:microsoft.com/office/officeart/2005/8/layout/StepDownProcess"/>
    <dgm:cxn modelId="{66477624-6AF1-8344-A052-1630077C0239}" type="presParOf" srcId="{7F85FEAD-1299-B64A-8FE5-B8ADA89B2BB3}" destId="{6DC9A3DA-7483-FF43-9A89-3660769D6185}" srcOrd="0" destOrd="0" presId="urn:microsoft.com/office/officeart/2005/8/layout/StepDownProcess"/>
    <dgm:cxn modelId="{6534C398-31B3-3043-9B6E-8D5EF8DD4704}" type="presParOf" srcId="{7F85FEAD-1299-B64A-8FE5-B8ADA89B2BB3}" destId="{18A2220E-FB97-EB4E-81B6-ED5E544E9A9D}" srcOrd="1" destOrd="0" presId="urn:microsoft.com/office/officeart/2005/8/layout/StepDownProcess"/>
    <dgm:cxn modelId="{5261A7EE-7519-0D4E-972F-687767C98C53}" type="presParOf" srcId="{7F85FEAD-1299-B64A-8FE5-B8ADA89B2BB3}" destId="{F2D5BD92-7F70-4045-85EA-6A2AA6E521B9}" srcOrd="2" destOrd="0" presId="urn:microsoft.com/office/officeart/2005/8/layout/StepDownProcess"/>
    <dgm:cxn modelId="{9D383281-9F52-2F49-B09B-A28792708896}" type="presParOf" srcId="{1E602FA5-0383-AC47-9F41-1760F9C1F28C}" destId="{7F6AB745-D1E1-6E4C-9E06-70AAF9D19A4A}" srcOrd="1" destOrd="0" presId="urn:microsoft.com/office/officeart/2005/8/layout/StepDownProcess"/>
    <dgm:cxn modelId="{602B2F9F-3520-CA43-A82B-67733BB67364}" type="presParOf" srcId="{1E602FA5-0383-AC47-9F41-1760F9C1F28C}" destId="{B28E566C-6421-8A46-B9A0-350DD8B32C06}" srcOrd="2" destOrd="0" presId="urn:microsoft.com/office/officeart/2005/8/layout/StepDownProcess"/>
    <dgm:cxn modelId="{7F288700-C5A0-D440-AC01-01B1C95C55B4}" type="presParOf" srcId="{B28E566C-6421-8A46-B9A0-350DD8B32C06}" destId="{EF4628B8-95F9-1847-A39C-9C09D3FC9C57}" srcOrd="0" destOrd="0" presId="urn:microsoft.com/office/officeart/2005/8/layout/StepDownProcess"/>
    <dgm:cxn modelId="{98CC945D-CB8F-7F44-9BB5-C73B02C06161}" type="presParOf" srcId="{B28E566C-6421-8A46-B9A0-350DD8B32C06}" destId="{D1E4D9DC-00AE-E24E-B1B6-B167C1B80D34}" srcOrd="1" destOrd="0" presId="urn:microsoft.com/office/officeart/2005/8/layout/StepDownProcess"/>
    <dgm:cxn modelId="{FBCD46CE-AA9F-724D-9B7F-77529D8E87B7}" type="presParOf" srcId="{B28E566C-6421-8A46-B9A0-350DD8B32C06}" destId="{D28D20F0-65DD-094B-A3D7-DC946EBE7F77}" srcOrd="2" destOrd="0" presId="urn:microsoft.com/office/officeart/2005/8/layout/StepDownProcess"/>
    <dgm:cxn modelId="{B07B3269-154E-8640-98FC-13A71C72ABBB}" type="presParOf" srcId="{1E602FA5-0383-AC47-9F41-1760F9C1F28C}" destId="{8ACB48AA-DEAB-DF42-9B13-A9EF6DB63661}" srcOrd="3" destOrd="0" presId="urn:microsoft.com/office/officeart/2005/8/layout/StepDownProcess"/>
    <dgm:cxn modelId="{12F126B4-185B-874A-B6D9-A5AD29738602}" type="presParOf" srcId="{1E602FA5-0383-AC47-9F41-1760F9C1F28C}" destId="{D8A93BC9-5152-C34A-9033-595E4DDDE5DD}" srcOrd="4" destOrd="0" presId="urn:microsoft.com/office/officeart/2005/8/layout/StepDownProcess"/>
    <dgm:cxn modelId="{377A803C-8CFA-B348-BD94-2B4B14571BEE}" type="presParOf" srcId="{D8A93BC9-5152-C34A-9033-595E4DDDE5DD}" destId="{585A0C74-DA89-6B4C-BE28-8A7473B53BB9}" srcOrd="0" destOrd="0" presId="urn:microsoft.com/office/officeart/2005/8/layout/StepDown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FD48D0-F642-A94A-B7BE-5DA6C18E3D2A}" type="doc">
      <dgm:prSet loTypeId="urn:microsoft.com/office/officeart/2005/8/layout/hList6" loCatId="" qsTypeId="urn:microsoft.com/office/officeart/2005/8/quickstyle/3d2" qsCatId="3D" csTypeId="urn:microsoft.com/office/officeart/2005/8/colors/colorful3" csCatId="colorful" phldr="1"/>
      <dgm:spPr/>
      <dgm:t>
        <a:bodyPr/>
        <a:lstStyle/>
        <a:p>
          <a:endParaRPr lang="en-US"/>
        </a:p>
      </dgm:t>
    </dgm:pt>
    <dgm:pt modelId="{7D8F41E3-E367-9445-BDE5-D1B16027097E}">
      <dgm:prSet phldrT="[Text]" custT="1"/>
      <dgm:spPr>
        <a:solidFill>
          <a:schemeClr val="bg1"/>
        </a:solidFill>
        <a:ln>
          <a:solidFill>
            <a:srgbClr val="B42632"/>
          </a:solidFill>
        </a:ln>
      </dgm:spPr>
      <dgm:t>
        <a:bodyPr/>
        <a:lstStyle/>
        <a:p>
          <a:pPr algn="l" rtl="1"/>
          <a:r>
            <a:rPr lang="en-US" sz="3200" b="1" u="sng" dirty="0">
              <a:solidFill>
                <a:schemeClr val="tx1"/>
              </a:solidFill>
              <a:latin typeface="Times New Roman" panose="02020603050405020304" pitchFamily="18" charset="0"/>
              <a:cs typeface="Times New Roman" panose="02020603050405020304" pitchFamily="18" charset="0"/>
            </a:rPr>
            <a:t>Admin</a:t>
          </a:r>
        </a:p>
      </dgm:t>
    </dgm:pt>
    <dgm:pt modelId="{1D7CF9B0-FAC9-EE42-B1C5-1E6F744A88E9}" type="parTrans" cxnId="{0D20815C-95D8-984A-A557-38AFB4DC61A8}">
      <dgm:prSet/>
      <dgm:spPr/>
      <dgm:t>
        <a:bodyPr/>
        <a:lstStyle/>
        <a:p>
          <a:endParaRPr lang="en-US"/>
        </a:p>
      </dgm:t>
    </dgm:pt>
    <dgm:pt modelId="{9944C7B9-8A27-244F-8A79-EFD4761228C8}" type="sibTrans" cxnId="{0D20815C-95D8-984A-A557-38AFB4DC61A8}">
      <dgm:prSet/>
      <dgm:spPr/>
      <dgm:t>
        <a:bodyPr/>
        <a:lstStyle/>
        <a:p>
          <a:endParaRPr lang="en-US"/>
        </a:p>
      </dgm:t>
    </dgm:pt>
    <dgm:pt modelId="{C0D47801-13D8-DF4A-B2B7-76485AB5D852}">
      <dgm:prSet phldrT="[Text]"/>
      <dgm:spPr>
        <a:solidFill>
          <a:schemeClr val="bg1"/>
        </a:solidFill>
        <a:ln>
          <a:solidFill>
            <a:srgbClr val="B42632"/>
          </a:solidFill>
        </a:ln>
      </dgm:spPr>
      <dgm:t>
        <a:bodyPr/>
        <a:lstStyle/>
        <a:p>
          <a:pPr algn="l" rtl="0"/>
          <a:r>
            <a:rPr lang="en-US" sz="2300" dirty="0">
              <a:solidFill>
                <a:schemeClr val="tx1"/>
              </a:solidFill>
              <a:latin typeface="Times New Roman" panose="02020603050405020304" pitchFamily="18" charset="0"/>
              <a:cs typeface="Times New Roman" panose="02020603050405020304" pitchFamily="18" charset="0"/>
            </a:rPr>
            <a:t>Login</a:t>
          </a:r>
        </a:p>
      </dgm:t>
    </dgm:pt>
    <dgm:pt modelId="{F7851D88-5116-8341-A1EB-34C504E495BE}" type="parTrans" cxnId="{3D5E24AD-5F92-1F42-9A35-154FA5F11D89}">
      <dgm:prSet/>
      <dgm:spPr/>
      <dgm:t>
        <a:bodyPr/>
        <a:lstStyle/>
        <a:p>
          <a:endParaRPr lang="en-US"/>
        </a:p>
      </dgm:t>
    </dgm:pt>
    <dgm:pt modelId="{A279E5C4-5512-6E45-990B-69331EDFA650}" type="sibTrans" cxnId="{3D5E24AD-5F92-1F42-9A35-154FA5F11D89}">
      <dgm:prSet/>
      <dgm:spPr/>
      <dgm:t>
        <a:bodyPr/>
        <a:lstStyle/>
        <a:p>
          <a:endParaRPr lang="en-US"/>
        </a:p>
      </dgm:t>
    </dgm:pt>
    <dgm:pt modelId="{F14C5269-B083-4D41-AA3D-1206EFD17A38}">
      <dgm:prSet phldrT="[Text]"/>
      <dgm:spPr>
        <a:solidFill>
          <a:schemeClr val="bg1"/>
        </a:solidFill>
        <a:ln>
          <a:solidFill>
            <a:srgbClr val="B42632"/>
          </a:solidFill>
        </a:ln>
      </dgm:spPr>
      <dgm:t>
        <a:bodyPr/>
        <a:lstStyle/>
        <a:p>
          <a:pPr algn="l" rtl="0"/>
          <a:r>
            <a:rPr lang="en-US" sz="2300" dirty="0">
              <a:solidFill>
                <a:schemeClr val="tx1"/>
              </a:solidFill>
              <a:latin typeface="Times New Roman" panose="02020603050405020304" pitchFamily="18" charset="0"/>
              <a:cs typeface="Times New Roman" panose="02020603050405020304" pitchFamily="18" charset="0"/>
            </a:rPr>
            <a:t>Manage Stories.</a:t>
          </a:r>
        </a:p>
      </dgm:t>
    </dgm:pt>
    <dgm:pt modelId="{8AFCF1D1-D56C-664D-ABBF-34DDB2E58630}" type="parTrans" cxnId="{7BE7E9E5-C616-4C40-8337-F899DF323BC2}">
      <dgm:prSet/>
      <dgm:spPr/>
      <dgm:t>
        <a:bodyPr/>
        <a:lstStyle/>
        <a:p>
          <a:endParaRPr lang="en-US"/>
        </a:p>
      </dgm:t>
    </dgm:pt>
    <dgm:pt modelId="{3B926ED8-A4CF-C340-ACA9-1F2B40334198}" type="sibTrans" cxnId="{7BE7E9E5-C616-4C40-8337-F899DF323BC2}">
      <dgm:prSet/>
      <dgm:spPr/>
      <dgm:t>
        <a:bodyPr/>
        <a:lstStyle/>
        <a:p>
          <a:endParaRPr lang="en-US"/>
        </a:p>
      </dgm:t>
    </dgm:pt>
    <dgm:pt modelId="{C9458AB8-9DD6-6D4F-9D16-307E6BAEBAC5}">
      <dgm:prSet phldrT="[Text]" custT="1"/>
      <dgm:spPr>
        <a:solidFill>
          <a:schemeClr val="tx1"/>
        </a:solidFill>
        <a:ln>
          <a:solidFill>
            <a:schemeClr val="tx1"/>
          </a:solidFill>
        </a:ln>
      </dgm:spPr>
      <dgm:t>
        <a:bodyPr/>
        <a:lstStyle/>
        <a:p>
          <a:pPr marL="0" lvl="0" algn="l" defTabSz="1422400" rtl="0">
            <a:lnSpc>
              <a:spcPct val="90000"/>
            </a:lnSpc>
            <a:spcBef>
              <a:spcPct val="0"/>
            </a:spcBef>
            <a:spcAft>
              <a:spcPct val="35000"/>
            </a:spcAft>
            <a:buNone/>
          </a:pPr>
          <a:r>
            <a:rPr lang="en-US" sz="3200" b="1" u="sng" kern="1200" dirty="0">
              <a:solidFill>
                <a:prstClr val="white"/>
              </a:solidFill>
              <a:latin typeface="Times New Roman" panose="02020603050405020304" pitchFamily="18" charset="0"/>
              <a:ea typeface="+mn-ea"/>
              <a:cs typeface="Times New Roman" panose="02020603050405020304" pitchFamily="18" charset="0"/>
            </a:rPr>
            <a:t>System</a:t>
          </a:r>
        </a:p>
      </dgm:t>
    </dgm:pt>
    <dgm:pt modelId="{08E8C1D4-6B3F-344D-92A8-732E99637D0D}" type="parTrans" cxnId="{E5BD0993-B331-A745-A3C8-D022835FA3D2}">
      <dgm:prSet/>
      <dgm:spPr/>
      <dgm:t>
        <a:bodyPr/>
        <a:lstStyle/>
        <a:p>
          <a:endParaRPr lang="en-US"/>
        </a:p>
      </dgm:t>
    </dgm:pt>
    <dgm:pt modelId="{8D2C6DD2-2091-7A45-8256-8B2C32372C1B}" type="sibTrans" cxnId="{E5BD0993-B331-A745-A3C8-D022835FA3D2}">
      <dgm:prSet/>
      <dgm:spPr/>
      <dgm:t>
        <a:bodyPr/>
        <a:lstStyle/>
        <a:p>
          <a:endParaRPr lang="en-US"/>
        </a:p>
      </dgm:t>
    </dgm:pt>
    <dgm:pt modelId="{4C1690CA-75BE-1042-8684-E28BA8E9CBF3}">
      <dgm:prSet phldrT="[Text]" custT="1"/>
      <dgm:spPr>
        <a:solidFill>
          <a:schemeClr val="tx1"/>
        </a:solidFill>
        <a:ln>
          <a:solidFill>
            <a:schemeClr val="tx1"/>
          </a:solidFill>
        </a:ln>
      </dgm:spPr>
      <dgm:t>
        <a:bodyPr/>
        <a:lstStyle/>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Browse Categories.</a:t>
          </a:r>
        </a:p>
      </dgm:t>
    </dgm:pt>
    <dgm:pt modelId="{FF1BC45F-3EAD-1F4C-B2AF-8C77107C3C69}" type="parTrans" cxnId="{B94CBA89-6FB5-5244-88D6-0F9F96DAE797}">
      <dgm:prSet/>
      <dgm:spPr/>
      <dgm:t>
        <a:bodyPr/>
        <a:lstStyle/>
        <a:p>
          <a:endParaRPr lang="en-US"/>
        </a:p>
      </dgm:t>
    </dgm:pt>
    <dgm:pt modelId="{E322B482-EF31-F943-8E2A-53A0FBA53DF1}" type="sibTrans" cxnId="{B94CBA89-6FB5-5244-88D6-0F9F96DAE797}">
      <dgm:prSet/>
      <dgm:spPr/>
      <dgm:t>
        <a:bodyPr/>
        <a:lstStyle/>
        <a:p>
          <a:endParaRPr lang="en-US"/>
        </a:p>
      </dgm:t>
    </dgm:pt>
    <dgm:pt modelId="{461CEE37-BB05-1C48-8D8D-37A9489D9B5D}">
      <dgm:prSet phldrT="[Text]" custT="1"/>
      <dgm:spPr>
        <a:solidFill>
          <a:schemeClr val="tx1"/>
        </a:solidFill>
        <a:ln>
          <a:solidFill>
            <a:schemeClr val="tx1"/>
          </a:solidFill>
        </a:ln>
      </dgm:spPr>
      <dgm:t>
        <a:bodyPr/>
        <a:lstStyle/>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Store Submissions.</a:t>
          </a:r>
        </a:p>
      </dgm:t>
    </dgm:pt>
    <dgm:pt modelId="{0A9C422D-39CE-DF47-9BA2-B60E985B9BC1}" type="parTrans" cxnId="{4EF45D12-0B60-044D-A532-FC1A65EDB454}">
      <dgm:prSet/>
      <dgm:spPr/>
      <dgm:t>
        <a:bodyPr/>
        <a:lstStyle/>
        <a:p>
          <a:endParaRPr lang="en-US"/>
        </a:p>
      </dgm:t>
    </dgm:pt>
    <dgm:pt modelId="{655DFDE4-FE3D-674F-8BCF-D86BF0B62D79}" type="sibTrans" cxnId="{4EF45D12-0B60-044D-A532-FC1A65EDB454}">
      <dgm:prSet/>
      <dgm:spPr/>
      <dgm:t>
        <a:bodyPr/>
        <a:lstStyle/>
        <a:p>
          <a:endParaRPr lang="en-US"/>
        </a:p>
      </dgm:t>
    </dgm:pt>
    <dgm:pt modelId="{55C77BEF-3866-564B-9C57-E2789E23B1FC}">
      <dgm:prSet phldrT="[Text]" custT="1"/>
      <dgm:spPr>
        <a:solidFill>
          <a:srgbClr val="B42632"/>
        </a:solidFill>
      </dgm:spPr>
      <dgm:t>
        <a:bodyPr/>
        <a:lstStyle/>
        <a:p>
          <a:pPr marL="0" lvl="0" indent="0" algn="l" defTabSz="1422400" rtl="0">
            <a:lnSpc>
              <a:spcPct val="90000"/>
            </a:lnSpc>
            <a:spcBef>
              <a:spcPct val="0"/>
            </a:spcBef>
            <a:spcAft>
              <a:spcPct val="35000"/>
            </a:spcAft>
            <a:buNone/>
          </a:pPr>
          <a:r>
            <a:rPr lang="en-US" sz="3200" b="1" u="sng" kern="1200" dirty="0">
              <a:solidFill>
                <a:prstClr val="white"/>
              </a:solidFill>
              <a:latin typeface="Times New Roman" panose="02020603050405020304" pitchFamily="18" charset="0"/>
              <a:ea typeface="+mn-ea"/>
              <a:cs typeface="Times New Roman" panose="02020603050405020304" pitchFamily="18" charset="0"/>
            </a:rPr>
            <a:t>Visitors</a:t>
          </a:r>
        </a:p>
      </dgm:t>
    </dgm:pt>
    <dgm:pt modelId="{9781E9F1-1479-C843-A25F-2058C53BE6B2}" type="parTrans" cxnId="{09372FFF-0CA4-7440-8B73-DB2829041D4D}">
      <dgm:prSet/>
      <dgm:spPr/>
      <dgm:t>
        <a:bodyPr/>
        <a:lstStyle/>
        <a:p>
          <a:endParaRPr lang="en-US"/>
        </a:p>
      </dgm:t>
    </dgm:pt>
    <dgm:pt modelId="{4B95BAB5-1864-F046-B884-EB959221972D}" type="sibTrans" cxnId="{09372FFF-0CA4-7440-8B73-DB2829041D4D}">
      <dgm:prSet/>
      <dgm:spPr/>
      <dgm:t>
        <a:bodyPr/>
        <a:lstStyle/>
        <a:p>
          <a:endParaRPr lang="en-US"/>
        </a:p>
      </dgm:t>
    </dgm:pt>
    <dgm:pt modelId="{0CCAF7A9-35B1-554B-8A65-9A49517C226F}">
      <dgm:prSet phldrT="[Text]"/>
      <dgm:spPr>
        <a:solidFill>
          <a:srgbClr val="B42632"/>
        </a:solidFill>
      </dgm:spPr>
      <dgm:t>
        <a:bodyPr/>
        <a:lstStyle/>
        <a:p>
          <a:pPr marL="228600" lvl="1" indent="0" algn="l" defTabSz="1022350" rtl="0">
            <a:lnSpc>
              <a:spcPct val="90000"/>
            </a:lnSpc>
            <a:spcBef>
              <a:spcPct val="0"/>
            </a:spcBef>
            <a:spcAft>
              <a:spcPct val="15000"/>
            </a:spcAft>
          </a:pPr>
          <a:r>
            <a:rPr lang="en-US" sz="2300" kern="1200" dirty="0">
              <a:latin typeface="Times New Roman" panose="02020603050405020304" pitchFamily="18" charset="0"/>
              <a:cs typeface="Times New Roman" panose="02020603050405020304" pitchFamily="18" charset="0"/>
            </a:rPr>
            <a:t>View Home.</a:t>
          </a:r>
        </a:p>
      </dgm:t>
    </dgm:pt>
    <dgm:pt modelId="{1DCB5D6B-AFF2-A642-9687-78B53F11E785}" type="parTrans" cxnId="{E6BFC612-7761-E047-AA02-31EBFEB359BA}">
      <dgm:prSet/>
      <dgm:spPr/>
      <dgm:t>
        <a:bodyPr/>
        <a:lstStyle/>
        <a:p>
          <a:endParaRPr lang="en-US"/>
        </a:p>
      </dgm:t>
    </dgm:pt>
    <dgm:pt modelId="{43C1BEEC-EDF9-2047-B64C-2E234A78B86F}" type="sibTrans" cxnId="{E6BFC612-7761-E047-AA02-31EBFEB359BA}">
      <dgm:prSet/>
      <dgm:spPr/>
      <dgm:t>
        <a:bodyPr/>
        <a:lstStyle/>
        <a:p>
          <a:endParaRPr lang="en-US"/>
        </a:p>
      </dgm:t>
    </dgm:pt>
    <dgm:pt modelId="{4CA0D3EE-8912-5D4A-8951-978CE11F2897}">
      <dgm:prSet phldrT="[Text]"/>
      <dgm:spPr>
        <a:solidFill>
          <a:srgbClr val="B42632"/>
        </a:solidFill>
      </dgm:spPr>
      <dgm:t>
        <a:bodyPr/>
        <a:lstStyle/>
        <a:p>
          <a:pPr marL="228600" lvl="1" indent="0" algn="l" defTabSz="1022350" rtl="0">
            <a:lnSpc>
              <a:spcPct val="90000"/>
            </a:lnSpc>
            <a:spcBef>
              <a:spcPct val="0"/>
            </a:spcBef>
            <a:spcAft>
              <a:spcPct val="15000"/>
            </a:spcAft>
          </a:pPr>
          <a:r>
            <a:rPr lang="en-US" sz="2300" kern="1200" dirty="0">
              <a:latin typeface="Times New Roman" panose="02020603050405020304" pitchFamily="18" charset="0"/>
              <a:cs typeface="Times New Roman" panose="02020603050405020304" pitchFamily="18" charset="0"/>
            </a:rPr>
            <a:t>View Stories.</a:t>
          </a:r>
        </a:p>
      </dgm:t>
    </dgm:pt>
    <dgm:pt modelId="{0FD90FAB-46E5-2E4F-B38E-4741C5AA5552}" type="parTrans" cxnId="{D0868334-A8AD-A546-A189-FEBEBB533CF4}">
      <dgm:prSet/>
      <dgm:spPr/>
      <dgm:t>
        <a:bodyPr/>
        <a:lstStyle/>
        <a:p>
          <a:endParaRPr lang="en-US"/>
        </a:p>
      </dgm:t>
    </dgm:pt>
    <dgm:pt modelId="{41F7BE21-0246-BC4D-B2EA-46A8FAFAE9BD}" type="sibTrans" cxnId="{D0868334-A8AD-A546-A189-FEBEBB533CF4}">
      <dgm:prSet/>
      <dgm:spPr/>
      <dgm:t>
        <a:bodyPr/>
        <a:lstStyle/>
        <a:p>
          <a:endParaRPr lang="en-US"/>
        </a:p>
      </dgm:t>
    </dgm:pt>
    <dgm:pt modelId="{8C88E3BC-C72D-F845-892D-9ED56F69C0B3}">
      <dgm:prSet phldrT="[Text]"/>
      <dgm:spPr>
        <a:solidFill>
          <a:schemeClr val="bg1"/>
        </a:solidFill>
        <a:ln>
          <a:solidFill>
            <a:srgbClr val="B42632"/>
          </a:solidFill>
        </a:ln>
      </dgm:spPr>
      <dgm:t>
        <a:bodyPr/>
        <a:lstStyle/>
        <a:p>
          <a:pPr algn="l" rtl="0"/>
          <a:r>
            <a:rPr lang="en-US" sz="2300" dirty="0">
              <a:solidFill>
                <a:schemeClr val="tx1"/>
              </a:solidFill>
              <a:latin typeface="Times New Roman" panose="02020603050405020304" pitchFamily="18" charset="0"/>
              <a:cs typeface="Times New Roman" panose="02020603050405020304" pitchFamily="18" charset="0"/>
            </a:rPr>
            <a:t>Manage Videos.</a:t>
          </a:r>
        </a:p>
      </dgm:t>
    </dgm:pt>
    <dgm:pt modelId="{72884D34-B0B6-C345-921C-32F7D045124A}" type="parTrans" cxnId="{5ABAE151-40DE-8A4B-B66B-96DEE70741F2}">
      <dgm:prSet/>
      <dgm:spPr/>
      <dgm:t>
        <a:bodyPr/>
        <a:lstStyle/>
        <a:p>
          <a:endParaRPr lang="en-US"/>
        </a:p>
      </dgm:t>
    </dgm:pt>
    <dgm:pt modelId="{F469AA58-9735-A24F-8054-35A6D4A0811C}" type="sibTrans" cxnId="{5ABAE151-40DE-8A4B-B66B-96DEE70741F2}">
      <dgm:prSet/>
      <dgm:spPr/>
      <dgm:t>
        <a:bodyPr/>
        <a:lstStyle/>
        <a:p>
          <a:endParaRPr lang="en-US"/>
        </a:p>
      </dgm:t>
    </dgm:pt>
    <dgm:pt modelId="{12135C61-36EA-384C-A03F-8975D7DED376}">
      <dgm:prSet phldrT="[Text]"/>
      <dgm:spPr>
        <a:solidFill>
          <a:schemeClr val="bg1"/>
        </a:solidFill>
        <a:ln>
          <a:solidFill>
            <a:srgbClr val="B42632"/>
          </a:solidFill>
        </a:ln>
      </dgm:spPr>
      <dgm:t>
        <a:bodyPr/>
        <a:lstStyle/>
        <a:p>
          <a:pPr algn="l" rtl="0"/>
          <a:r>
            <a:rPr lang="en-US" sz="2300" dirty="0">
              <a:solidFill>
                <a:schemeClr val="tx1"/>
              </a:solidFill>
              <a:latin typeface="Times New Roman" panose="02020603050405020304" pitchFamily="18" charset="0"/>
              <a:cs typeface="Times New Roman" panose="02020603050405020304" pitchFamily="18" charset="0"/>
            </a:rPr>
            <a:t>Manage Photos.</a:t>
          </a:r>
        </a:p>
      </dgm:t>
    </dgm:pt>
    <dgm:pt modelId="{21520E5C-9CAA-664F-A0A1-749107B6367A}" type="parTrans" cxnId="{C80A401C-28C4-F249-8037-79978388644C}">
      <dgm:prSet/>
      <dgm:spPr/>
      <dgm:t>
        <a:bodyPr/>
        <a:lstStyle/>
        <a:p>
          <a:endParaRPr lang="en-US"/>
        </a:p>
      </dgm:t>
    </dgm:pt>
    <dgm:pt modelId="{C3BCD228-E82E-5545-9CD1-8F65983D2574}" type="sibTrans" cxnId="{C80A401C-28C4-F249-8037-79978388644C}">
      <dgm:prSet/>
      <dgm:spPr/>
      <dgm:t>
        <a:bodyPr/>
        <a:lstStyle/>
        <a:p>
          <a:endParaRPr lang="en-US"/>
        </a:p>
      </dgm:t>
    </dgm:pt>
    <dgm:pt modelId="{5D31391F-122E-C54F-9FCE-17DE4A66E4EC}">
      <dgm:prSet phldrT="[Text]"/>
      <dgm:spPr>
        <a:solidFill>
          <a:schemeClr val="bg1"/>
        </a:solidFill>
        <a:ln>
          <a:solidFill>
            <a:srgbClr val="B42632"/>
          </a:solidFill>
        </a:ln>
      </dgm:spPr>
      <dgm:t>
        <a:bodyPr/>
        <a:lstStyle/>
        <a:p>
          <a:pPr algn="l" rtl="0"/>
          <a:r>
            <a:rPr lang="en-US" sz="2300" dirty="0">
              <a:solidFill>
                <a:schemeClr val="tx1"/>
              </a:solidFill>
              <a:latin typeface="Times New Roman" panose="02020603050405020304" pitchFamily="18" charset="0"/>
              <a:cs typeface="Times New Roman" panose="02020603050405020304" pitchFamily="18" charset="0"/>
            </a:rPr>
            <a:t>Manage Team.</a:t>
          </a:r>
        </a:p>
      </dgm:t>
    </dgm:pt>
    <dgm:pt modelId="{90BEA138-DBB8-1444-90DE-04F6B5797907}" type="parTrans" cxnId="{16463552-2C9E-5A40-A69A-7CF109D1804E}">
      <dgm:prSet/>
      <dgm:spPr/>
      <dgm:t>
        <a:bodyPr/>
        <a:lstStyle/>
        <a:p>
          <a:endParaRPr lang="en-US"/>
        </a:p>
      </dgm:t>
    </dgm:pt>
    <dgm:pt modelId="{61551BF1-10E0-B84B-B8F1-21DA781DED60}" type="sibTrans" cxnId="{16463552-2C9E-5A40-A69A-7CF109D1804E}">
      <dgm:prSet/>
      <dgm:spPr/>
      <dgm:t>
        <a:bodyPr/>
        <a:lstStyle/>
        <a:p>
          <a:endParaRPr lang="en-US"/>
        </a:p>
      </dgm:t>
    </dgm:pt>
    <dgm:pt modelId="{9B20BC7A-35C7-AC40-A789-DEF2794703F2}">
      <dgm:prSet phldrT="[Text]"/>
      <dgm:spPr>
        <a:solidFill>
          <a:schemeClr val="bg1"/>
        </a:solidFill>
        <a:ln>
          <a:solidFill>
            <a:srgbClr val="B42632"/>
          </a:solidFill>
        </a:ln>
      </dgm:spPr>
      <dgm:t>
        <a:bodyPr/>
        <a:lstStyle/>
        <a:p>
          <a:pPr algn="l" rtl="0"/>
          <a:r>
            <a:rPr lang="en-US" sz="2300" dirty="0">
              <a:solidFill>
                <a:schemeClr val="tx1"/>
              </a:solidFill>
              <a:latin typeface="Times New Roman" panose="02020603050405020304" pitchFamily="18" charset="0"/>
              <a:cs typeface="Times New Roman" panose="02020603050405020304" pitchFamily="18" charset="0"/>
            </a:rPr>
            <a:t>Review Submissions.</a:t>
          </a:r>
        </a:p>
      </dgm:t>
    </dgm:pt>
    <dgm:pt modelId="{037383B2-AB9F-BC4A-9EFF-913013B6B887}" type="parTrans" cxnId="{2FB14A6D-65F0-744B-A526-8BEECA557152}">
      <dgm:prSet/>
      <dgm:spPr/>
      <dgm:t>
        <a:bodyPr/>
        <a:lstStyle/>
        <a:p>
          <a:endParaRPr lang="en-US"/>
        </a:p>
      </dgm:t>
    </dgm:pt>
    <dgm:pt modelId="{FE5FEE53-7B9B-5744-A9B9-C5D386FA40F1}" type="sibTrans" cxnId="{2FB14A6D-65F0-744B-A526-8BEECA557152}">
      <dgm:prSet/>
      <dgm:spPr/>
      <dgm:t>
        <a:bodyPr/>
        <a:lstStyle/>
        <a:p>
          <a:endParaRPr lang="en-US"/>
        </a:p>
      </dgm:t>
    </dgm:pt>
    <dgm:pt modelId="{34CB0E77-8F7D-EE4F-8ED7-45114C452184}">
      <dgm:prSet phldrT="[Text]" custT="1"/>
      <dgm:spPr>
        <a:solidFill>
          <a:schemeClr val="tx1"/>
        </a:solidFill>
        <a:ln>
          <a:solidFill>
            <a:schemeClr val="tx1"/>
          </a:solidFill>
        </a:ln>
      </dgm:spPr>
      <dgm:t>
        <a:bodyPr/>
        <a:lstStyle/>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Show Details</a:t>
          </a:r>
        </a:p>
      </dgm:t>
    </dgm:pt>
    <dgm:pt modelId="{80B70BD1-7A59-7044-9905-0B1A9ED44372}" type="parTrans" cxnId="{266AEF34-FA42-0C4B-B707-F4963E294596}">
      <dgm:prSet/>
      <dgm:spPr/>
      <dgm:t>
        <a:bodyPr/>
        <a:lstStyle/>
        <a:p>
          <a:endParaRPr lang="en-US"/>
        </a:p>
      </dgm:t>
    </dgm:pt>
    <dgm:pt modelId="{CF842078-D347-E04E-BC95-4B64728A4E4F}" type="sibTrans" cxnId="{266AEF34-FA42-0C4B-B707-F4963E294596}">
      <dgm:prSet/>
      <dgm:spPr/>
      <dgm:t>
        <a:bodyPr/>
        <a:lstStyle/>
        <a:p>
          <a:endParaRPr lang="en-US"/>
        </a:p>
      </dgm:t>
    </dgm:pt>
    <dgm:pt modelId="{64DB16C8-AD83-8145-8420-8C2110AE9930}">
      <dgm:prSet phldrT="[Text]" custT="1"/>
      <dgm:spPr>
        <a:solidFill>
          <a:schemeClr val="tx1"/>
        </a:solidFill>
        <a:ln>
          <a:solidFill>
            <a:schemeClr val="tx1"/>
          </a:solidFill>
        </a:ln>
      </dgm:spPr>
      <dgm:t>
        <a:bodyPr/>
        <a:lstStyle/>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Retrieve Media.</a:t>
          </a:r>
        </a:p>
      </dgm:t>
    </dgm:pt>
    <dgm:pt modelId="{3B732550-E622-1143-B646-A1C127D3C798}" type="parTrans" cxnId="{78D70387-1A2D-CC48-8022-08EDB32FCF1C}">
      <dgm:prSet/>
      <dgm:spPr/>
      <dgm:t>
        <a:bodyPr/>
        <a:lstStyle/>
        <a:p>
          <a:endParaRPr lang="en-US"/>
        </a:p>
      </dgm:t>
    </dgm:pt>
    <dgm:pt modelId="{7A880D72-5CB3-3545-BCE4-99772D0C2BA0}" type="sibTrans" cxnId="{78D70387-1A2D-CC48-8022-08EDB32FCF1C}">
      <dgm:prSet/>
      <dgm:spPr/>
      <dgm:t>
        <a:bodyPr/>
        <a:lstStyle/>
        <a:p>
          <a:endParaRPr lang="en-US"/>
        </a:p>
      </dgm:t>
    </dgm:pt>
    <dgm:pt modelId="{9CB62E37-E44A-6B4E-8118-A79EB652C0CD}">
      <dgm:prSet phldrT="[Text]"/>
      <dgm:spPr>
        <a:solidFill>
          <a:srgbClr val="B42632"/>
        </a:solidFill>
      </dgm:spPr>
      <dgm:t>
        <a:bodyPr/>
        <a:lstStyle/>
        <a:p>
          <a:pPr marL="228600" lvl="1" indent="0" algn="l" defTabSz="1022350" rtl="0">
            <a:lnSpc>
              <a:spcPct val="90000"/>
            </a:lnSpc>
            <a:spcBef>
              <a:spcPct val="0"/>
            </a:spcBef>
            <a:spcAft>
              <a:spcPct val="15000"/>
            </a:spcAft>
          </a:pPr>
          <a:r>
            <a:rPr lang="en-US" sz="2300" kern="1200" dirty="0">
              <a:latin typeface="Times New Roman" panose="02020603050405020304" pitchFamily="18" charset="0"/>
              <a:cs typeface="Times New Roman" panose="02020603050405020304" pitchFamily="18" charset="0"/>
            </a:rPr>
            <a:t>View Videos.</a:t>
          </a:r>
        </a:p>
      </dgm:t>
    </dgm:pt>
    <dgm:pt modelId="{3475D846-6B29-BC4C-8C46-9CB10D4E652D}" type="parTrans" cxnId="{5F07C86D-EB4C-C54D-B7BD-2A2C6601699D}">
      <dgm:prSet/>
      <dgm:spPr/>
      <dgm:t>
        <a:bodyPr/>
        <a:lstStyle/>
        <a:p>
          <a:endParaRPr lang="en-US"/>
        </a:p>
      </dgm:t>
    </dgm:pt>
    <dgm:pt modelId="{71073260-30E4-2143-9283-532F8C78567B}" type="sibTrans" cxnId="{5F07C86D-EB4C-C54D-B7BD-2A2C6601699D}">
      <dgm:prSet/>
      <dgm:spPr/>
      <dgm:t>
        <a:bodyPr/>
        <a:lstStyle/>
        <a:p>
          <a:endParaRPr lang="en-US"/>
        </a:p>
      </dgm:t>
    </dgm:pt>
    <dgm:pt modelId="{467BCB36-927B-6540-864C-3EFC50DCAA31}">
      <dgm:prSet phldrT="[Text]"/>
      <dgm:spPr>
        <a:solidFill>
          <a:srgbClr val="B42632"/>
        </a:solidFill>
      </dgm:spPr>
      <dgm:t>
        <a:bodyPr/>
        <a:lstStyle/>
        <a:p>
          <a:pPr marL="228600" lvl="1" indent="0" algn="l" defTabSz="1022350" rtl="0">
            <a:lnSpc>
              <a:spcPct val="90000"/>
            </a:lnSpc>
            <a:spcBef>
              <a:spcPct val="0"/>
            </a:spcBef>
            <a:spcAft>
              <a:spcPct val="15000"/>
            </a:spcAft>
          </a:pPr>
          <a:r>
            <a:rPr lang="en-US" sz="2300" kern="1200" dirty="0">
              <a:latin typeface="Times New Roman" panose="02020603050405020304" pitchFamily="18" charset="0"/>
              <a:cs typeface="Times New Roman" panose="02020603050405020304" pitchFamily="18" charset="0"/>
            </a:rPr>
            <a:t>View Photos.</a:t>
          </a:r>
        </a:p>
      </dgm:t>
    </dgm:pt>
    <dgm:pt modelId="{59A63809-4705-0444-BC89-CF27DA6AB935}" type="parTrans" cxnId="{3E111AC3-5790-C449-B51F-47EE8C4EBD75}">
      <dgm:prSet/>
      <dgm:spPr/>
      <dgm:t>
        <a:bodyPr/>
        <a:lstStyle/>
        <a:p>
          <a:endParaRPr lang="en-US"/>
        </a:p>
      </dgm:t>
    </dgm:pt>
    <dgm:pt modelId="{5AE2CAAF-1681-6345-8706-99BDBEEFDF2A}" type="sibTrans" cxnId="{3E111AC3-5790-C449-B51F-47EE8C4EBD75}">
      <dgm:prSet/>
      <dgm:spPr/>
      <dgm:t>
        <a:bodyPr/>
        <a:lstStyle/>
        <a:p>
          <a:endParaRPr lang="en-US"/>
        </a:p>
      </dgm:t>
    </dgm:pt>
    <dgm:pt modelId="{AEA20EE6-DEA3-4543-B674-395607198AD4}">
      <dgm:prSet phldrT="[Text]"/>
      <dgm:spPr>
        <a:solidFill>
          <a:srgbClr val="B42632"/>
        </a:solidFill>
      </dgm:spPr>
      <dgm:t>
        <a:bodyPr/>
        <a:lstStyle/>
        <a:p>
          <a:pPr marL="228600" lvl="1" indent="0" algn="l" defTabSz="1022350" rtl="0">
            <a:lnSpc>
              <a:spcPct val="90000"/>
            </a:lnSpc>
            <a:spcBef>
              <a:spcPct val="0"/>
            </a:spcBef>
            <a:spcAft>
              <a:spcPct val="15000"/>
            </a:spcAft>
          </a:pPr>
          <a:r>
            <a:rPr lang="en-US" sz="2300" kern="1200" dirty="0">
              <a:latin typeface="Times New Roman" panose="02020603050405020304" pitchFamily="18" charset="0"/>
              <a:cs typeface="Times New Roman" panose="02020603050405020304" pitchFamily="18" charset="0"/>
            </a:rPr>
            <a:t>Search Content.</a:t>
          </a:r>
        </a:p>
      </dgm:t>
    </dgm:pt>
    <dgm:pt modelId="{6DB13485-013D-BD49-9489-0072C68E923A}" type="parTrans" cxnId="{A92514A6-6BF9-3840-B2E9-C997579B4AD8}">
      <dgm:prSet/>
      <dgm:spPr/>
      <dgm:t>
        <a:bodyPr/>
        <a:lstStyle/>
        <a:p>
          <a:endParaRPr lang="en-US"/>
        </a:p>
      </dgm:t>
    </dgm:pt>
    <dgm:pt modelId="{414A2BA6-63D5-CF48-B291-6999A586F5AD}" type="sibTrans" cxnId="{A92514A6-6BF9-3840-B2E9-C997579B4AD8}">
      <dgm:prSet/>
      <dgm:spPr/>
      <dgm:t>
        <a:bodyPr/>
        <a:lstStyle/>
        <a:p>
          <a:endParaRPr lang="en-US"/>
        </a:p>
      </dgm:t>
    </dgm:pt>
    <dgm:pt modelId="{972767D5-33C9-9145-A5D8-CBC25C01F030}">
      <dgm:prSet phldrT="[Text]"/>
      <dgm:spPr>
        <a:solidFill>
          <a:srgbClr val="B42632"/>
        </a:solidFill>
      </dgm:spPr>
      <dgm:t>
        <a:bodyPr/>
        <a:lstStyle/>
        <a:p>
          <a:pPr marL="228600" lvl="1" indent="0" algn="l" defTabSz="1022350" rtl="0">
            <a:lnSpc>
              <a:spcPct val="90000"/>
            </a:lnSpc>
            <a:spcBef>
              <a:spcPct val="0"/>
            </a:spcBef>
            <a:spcAft>
              <a:spcPct val="15000"/>
            </a:spcAft>
          </a:pPr>
          <a:r>
            <a:rPr lang="en-US" sz="2300" kern="1200" dirty="0">
              <a:latin typeface="Times New Roman" panose="02020603050405020304" pitchFamily="18" charset="0"/>
              <a:cs typeface="Times New Roman" panose="02020603050405020304" pitchFamily="18" charset="0"/>
            </a:rPr>
            <a:t>Submit Story (contributors).</a:t>
          </a:r>
        </a:p>
      </dgm:t>
    </dgm:pt>
    <dgm:pt modelId="{2D529199-E6F8-1D48-912E-3E07ABD2DCB8}" type="parTrans" cxnId="{0ED53384-6ACE-8845-AFD5-D2D83C849080}">
      <dgm:prSet/>
      <dgm:spPr/>
      <dgm:t>
        <a:bodyPr/>
        <a:lstStyle/>
        <a:p>
          <a:endParaRPr lang="en-US"/>
        </a:p>
      </dgm:t>
    </dgm:pt>
    <dgm:pt modelId="{415BA92C-DA6E-4F45-B250-346FFBA96503}" type="sibTrans" cxnId="{0ED53384-6ACE-8845-AFD5-D2D83C849080}">
      <dgm:prSet/>
      <dgm:spPr/>
      <dgm:t>
        <a:bodyPr/>
        <a:lstStyle/>
        <a:p>
          <a:endParaRPr lang="en-US"/>
        </a:p>
      </dgm:t>
    </dgm:pt>
    <dgm:pt modelId="{5DE7F1A8-FDAE-9744-AD0B-A333D6FEADC1}" type="pres">
      <dgm:prSet presAssocID="{D7FD48D0-F642-A94A-B7BE-5DA6C18E3D2A}" presName="Name0" presStyleCnt="0">
        <dgm:presLayoutVars>
          <dgm:dir/>
          <dgm:resizeHandles val="exact"/>
        </dgm:presLayoutVars>
      </dgm:prSet>
      <dgm:spPr/>
    </dgm:pt>
    <dgm:pt modelId="{7EDA0452-37C9-DE44-84C4-B9C104EE27F9}" type="pres">
      <dgm:prSet presAssocID="{7D8F41E3-E367-9445-BDE5-D1B16027097E}" presName="node" presStyleLbl="node1" presStyleIdx="0" presStyleCnt="3">
        <dgm:presLayoutVars>
          <dgm:bulletEnabled val="1"/>
        </dgm:presLayoutVars>
      </dgm:prSet>
      <dgm:spPr/>
    </dgm:pt>
    <dgm:pt modelId="{A01F7817-1035-5241-A859-2D925FBF2FF4}" type="pres">
      <dgm:prSet presAssocID="{9944C7B9-8A27-244F-8A79-EFD4761228C8}" presName="sibTrans" presStyleCnt="0"/>
      <dgm:spPr/>
    </dgm:pt>
    <dgm:pt modelId="{1CB4EC73-064C-6944-9A59-2F4B1B75A358}" type="pres">
      <dgm:prSet presAssocID="{C9458AB8-9DD6-6D4F-9D16-307E6BAEBAC5}" presName="node" presStyleLbl="node1" presStyleIdx="1" presStyleCnt="3">
        <dgm:presLayoutVars>
          <dgm:bulletEnabled val="1"/>
        </dgm:presLayoutVars>
      </dgm:prSet>
      <dgm:spPr/>
    </dgm:pt>
    <dgm:pt modelId="{24891121-8697-4C47-A6B9-3F823A72CBEC}" type="pres">
      <dgm:prSet presAssocID="{8D2C6DD2-2091-7A45-8256-8B2C32372C1B}" presName="sibTrans" presStyleCnt="0"/>
      <dgm:spPr/>
    </dgm:pt>
    <dgm:pt modelId="{8289A5BA-97A6-194A-B5F0-993455CFC3D5}" type="pres">
      <dgm:prSet presAssocID="{55C77BEF-3866-564B-9C57-E2789E23B1FC}" presName="node" presStyleLbl="node1" presStyleIdx="2" presStyleCnt="3" custLinFactNeighborX="14108" custLinFactNeighborY="14860">
        <dgm:presLayoutVars>
          <dgm:bulletEnabled val="1"/>
        </dgm:presLayoutVars>
      </dgm:prSet>
      <dgm:spPr/>
    </dgm:pt>
  </dgm:ptLst>
  <dgm:cxnLst>
    <dgm:cxn modelId="{A0091806-0C6F-5B4A-A9D5-6E52E97DC4AF}" type="presOf" srcId="{7D8F41E3-E367-9445-BDE5-D1B16027097E}" destId="{7EDA0452-37C9-DE44-84C4-B9C104EE27F9}" srcOrd="0" destOrd="0" presId="urn:microsoft.com/office/officeart/2005/8/layout/hList6"/>
    <dgm:cxn modelId="{4EF45D12-0B60-044D-A532-FC1A65EDB454}" srcId="{C9458AB8-9DD6-6D4F-9D16-307E6BAEBAC5}" destId="{461CEE37-BB05-1C48-8D8D-37A9489D9B5D}" srcOrd="2" destOrd="0" parTransId="{0A9C422D-39CE-DF47-9BA2-B60E985B9BC1}" sibTransId="{655DFDE4-FE3D-674F-8BCF-D86BF0B62D79}"/>
    <dgm:cxn modelId="{E6BFC612-7761-E047-AA02-31EBFEB359BA}" srcId="{55C77BEF-3866-564B-9C57-E2789E23B1FC}" destId="{0CCAF7A9-35B1-554B-8A65-9A49517C226F}" srcOrd="0" destOrd="0" parTransId="{1DCB5D6B-AFF2-A642-9687-78B53F11E785}" sibTransId="{43C1BEEC-EDF9-2047-B64C-2E234A78B86F}"/>
    <dgm:cxn modelId="{C80A401C-28C4-F249-8037-79978388644C}" srcId="{7D8F41E3-E367-9445-BDE5-D1B16027097E}" destId="{12135C61-36EA-384C-A03F-8975D7DED376}" srcOrd="3" destOrd="0" parTransId="{21520E5C-9CAA-664F-A0A1-749107B6367A}" sibTransId="{C3BCD228-E82E-5545-9CD1-8F65983D2574}"/>
    <dgm:cxn modelId="{60479924-CB78-E84B-8E63-26FB5BE53F4F}" type="presOf" srcId="{AEA20EE6-DEA3-4543-B674-395607198AD4}" destId="{8289A5BA-97A6-194A-B5F0-993455CFC3D5}" srcOrd="0" destOrd="5" presId="urn:microsoft.com/office/officeart/2005/8/layout/hList6"/>
    <dgm:cxn modelId="{98A85A28-1421-8142-B840-7AA8B16BB8D1}" type="presOf" srcId="{9CB62E37-E44A-6B4E-8118-A79EB652C0CD}" destId="{8289A5BA-97A6-194A-B5F0-993455CFC3D5}" srcOrd="0" destOrd="3" presId="urn:microsoft.com/office/officeart/2005/8/layout/hList6"/>
    <dgm:cxn modelId="{E519E02C-B72A-6D44-B2AD-F3E35316005A}" type="presOf" srcId="{55C77BEF-3866-564B-9C57-E2789E23B1FC}" destId="{8289A5BA-97A6-194A-B5F0-993455CFC3D5}" srcOrd="0" destOrd="0" presId="urn:microsoft.com/office/officeart/2005/8/layout/hList6"/>
    <dgm:cxn modelId="{790D1C32-DEFF-244C-A2EC-272193E2991D}" type="presOf" srcId="{461CEE37-BB05-1C48-8D8D-37A9489D9B5D}" destId="{1CB4EC73-064C-6944-9A59-2F4B1B75A358}" srcOrd="0" destOrd="3" presId="urn:microsoft.com/office/officeart/2005/8/layout/hList6"/>
    <dgm:cxn modelId="{D0868334-A8AD-A546-A189-FEBEBB533CF4}" srcId="{55C77BEF-3866-564B-9C57-E2789E23B1FC}" destId="{4CA0D3EE-8912-5D4A-8951-978CE11F2897}" srcOrd="1" destOrd="0" parTransId="{0FD90FAB-46E5-2E4F-B38E-4741C5AA5552}" sibTransId="{41F7BE21-0246-BC4D-B2EA-46A8FAFAE9BD}"/>
    <dgm:cxn modelId="{266AEF34-FA42-0C4B-B707-F4963E294596}" srcId="{C9458AB8-9DD6-6D4F-9D16-307E6BAEBAC5}" destId="{34CB0E77-8F7D-EE4F-8ED7-45114C452184}" srcOrd="1" destOrd="0" parTransId="{80B70BD1-7A59-7044-9905-0B1A9ED44372}" sibTransId="{CF842078-D347-E04E-BC95-4B64728A4E4F}"/>
    <dgm:cxn modelId="{13578035-72E7-E54B-8DAF-64C4AC97DE92}" type="presOf" srcId="{34CB0E77-8F7D-EE4F-8ED7-45114C452184}" destId="{1CB4EC73-064C-6944-9A59-2F4B1B75A358}" srcOrd="0" destOrd="2" presId="urn:microsoft.com/office/officeart/2005/8/layout/hList6"/>
    <dgm:cxn modelId="{80ACC14F-A46A-E84F-A26F-F8DEB0412D8C}" type="presOf" srcId="{5D31391F-122E-C54F-9FCE-17DE4A66E4EC}" destId="{7EDA0452-37C9-DE44-84C4-B9C104EE27F9}" srcOrd="0" destOrd="5" presId="urn:microsoft.com/office/officeart/2005/8/layout/hList6"/>
    <dgm:cxn modelId="{5ABAE151-40DE-8A4B-B66B-96DEE70741F2}" srcId="{7D8F41E3-E367-9445-BDE5-D1B16027097E}" destId="{8C88E3BC-C72D-F845-892D-9ED56F69C0B3}" srcOrd="2" destOrd="0" parTransId="{72884D34-B0B6-C345-921C-32F7D045124A}" sibTransId="{F469AA58-9735-A24F-8054-35A6D4A0811C}"/>
    <dgm:cxn modelId="{16463552-2C9E-5A40-A69A-7CF109D1804E}" srcId="{7D8F41E3-E367-9445-BDE5-D1B16027097E}" destId="{5D31391F-122E-C54F-9FCE-17DE4A66E4EC}" srcOrd="4" destOrd="0" parTransId="{90BEA138-DBB8-1444-90DE-04F6B5797907}" sibTransId="{61551BF1-10E0-B84B-B8F1-21DA781DED60}"/>
    <dgm:cxn modelId="{8E08DA53-A83B-2C4B-8559-446C4C477721}" type="presOf" srcId="{8C88E3BC-C72D-F845-892D-9ED56F69C0B3}" destId="{7EDA0452-37C9-DE44-84C4-B9C104EE27F9}" srcOrd="0" destOrd="3" presId="urn:microsoft.com/office/officeart/2005/8/layout/hList6"/>
    <dgm:cxn modelId="{0D20815C-95D8-984A-A557-38AFB4DC61A8}" srcId="{D7FD48D0-F642-A94A-B7BE-5DA6C18E3D2A}" destId="{7D8F41E3-E367-9445-BDE5-D1B16027097E}" srcOrd="0" destOrd="0" parTransId="{1D7CF9B0-FAC9-EE42-B1C5-1E6F744A88E9}" sibTransId="{9944C7B9-8A27-244F-8A79-EFD4761228C8}"/>
    <dgm:cxn modelId="{008C0E5D-95E6-6A47-9BB1-6EE473ABD6E5}" type="presOf" srcId="{4CA0D3EE-8912-5D4A-8951-978CE11F2897}" destId="{8289A5BA-97A6-194A-B5F0-993455CFC3D5}" srcOrd="0" destOrd="2" presId="urn:microsoft.com/office/officeart/2005/8/layout/hList6"/>
    <dgm:cxn modelId="{2FB14A6D-65F0-744B-A526-8BEECA557152}" srcId="{7D8F41E3-E367-9445-BDE5-D1B16027097E}" destId="{9B20BC7A-35C7-AC40-A789-DEF2794703F2}" srcOrd="5" destOrd="0" parTransId="{037383B2-AB9F-BC4A-9EFF-913013B6B887}" sibTransId="{FE5FEE53-7B9B-5744-A9B9-C5D386FA40F1}"/>
    <dgm:cxn modelId="{5F07C86D-EB4C-C54D-B7BD-2A2C6601699D}" srcId="{55C77BEF-3866-564B-9C57-E2789E23B1FC}" destId="{9CB62E37-E44A-6B4E-8118-A79EB652C0CD}" srcOrd="2" destOrd="0" parTransId="{3475D846-6B29-BC4C-8C46-9CB10D4E652D}" sibTransId="{71073260-30E4-2143-9283-532F8C78567B}"/>
    <dgm:cxn modelId="{4DCF186E-92CC-4147-8627-7E163913F808}" type="presOf" srcId="{C9458AB8-9DD6-6D4F-9D16-307E6BAEBAC5}" destId="{1CB4EC73-064C-6944-9A59-2F4B1B75A358}" srcOrd="0" destOrd="0" presId="urn:microsoft.com/office/officeart/2005/8/layout/hList6"/>
    <dgm:cxn modelId="{DB134779-AB63-444F-9DFE-14FEC281BE71}" type="presOf" srcId="{C0D47801-13D8-DF4A-B2B7-76485AB5D852}" destId="{7EDA0452-37C9-DE44-84C4-B9C104EE27F9}" srcOrd="0" destOrd="1" presId="urn:microsoft.com/office/officeart/2005/8/layout/hList6"/>
    <dgm:cxn modelId="{7CEE8C80-F663-A846-BD42-5F326B605B3B}" type="presOf" srcId="{972767D5-33C9-9145-A5D8-CBC25C01F030}" destId="{8289A5BA-97A6-194A-B5F0-993455CFC3D5}" srcOrd="0" destOrd="6" presId="urn:microsoft.com/office/officeart/2005/8/layout/hList6"/>
    <dgm:cxn modelId="{0ED53384-6ACE-8845-AFD5-D2D83C849080}" srcId="{55C77BEF-3866-564B-9C57-E2789E23B1FC}" destId="{972767D5-33C9-9145-A5D8-CBC25C01F030}" srcOrd="5" destOrd="0" parTransId="{2D529199-E6F8-1D48-912E-3E07ABD2DCB8}" sibTransId="{415BA92C-DA6E-4F45-B250-346FFBA96503}"/>
    <dgm:cxn modelId="{78D70387-1A2D-CC48-8022-08EDB32FCF1C}" srcId="{C9458AB8-9DD6-6D4F-9D16-307E6BAEBAC5}" destId="{64DB16C8-AD83-8145-8420-8C2110AE9930}" srcOrd="3" destOrd="0" parTransId="{3B732550-E622-1143-B646-A1C127D3C798}" sibTransId="{7A880D72-5CB3-3545-BCE4-99772D0C2BA0}"/>
    <dgm:cxn modelId="{B94CBA89-6FB5-5244-88D6-0F9F96DAE797}" srcId="{C9458AB8-9DD6-6D4F-9D16-307E6BAEBAC5}" destId="{4C1690CA-75BE-1042-8684-E28BA8E9CBF3}" srcOrd="0" destOrd="0" parTransId="{FF1BC45F-3EAD-1F4C-B2AF-8C77107C3C69}" sibTransId="{E322B482-EF31-F943-8E2A-53A0FBA53DF1}"/>
    <dgm:cxn modelId="{E5BD0993-B331-A745-A3C8-D022835FA3D2}" srcId="{D7FD48D0-F642-A94A-B7BE-5DA6C18E3D2A}" destId="{C9458AB8-9DD6-6D4F-9D16-307E6BAEBAC5}" srcOrd="1" destOrd="0" parTransId="{08E8C1D4-6B3F-344D-92A8-732E99637D0D}" sibTransId="{8D2C6DD2-2091-7A45-8256-8B2C32372C1B}"/>
    <dgm:cxn modelId="{F399B495-0E92-6447-A0BF-30DA62FBA626}" type="presOf" srcId="{F14C5269-B083-4D41-AA3D-1206EFD17A38}" destId="{7EDA0452-37C9-DE44-84C4-B9C104EE27F9}" srcOrd="0" destOrd="2" presId="urn:microsoft.com/office/officeart/2005/8/layout/hList6"/>
    <dgm:cxn modelId="{A92514A6-6BF9-3840-B2E9-C997579B4AD8}" srcId="{55C77BEF-3866-564B-9C57-E2789E23B1FC}" destId="{AEA20EE6-DEA3-4543-B674-395607198AD4}" srcOrd="4" destOrd="0" parTransId="{6DB13485-013D-BD49-9489-0072C68E923A}" sibTransId="{414A2BA6-63D5-CF48-B291-6999A586F5AD}"/>
    <dgm:cxn modelId="{3D5E24AD-5F92-1F42-9A35-154FA5F11D89}" srcId="{7D8F41E3-E367-9445-BDE5-D1B16027097E}" destId="{C0D47801-13D8-DF4A-B2B7-76485AB5D852}" srcOrd="0" destOrd="0" parTransId="{F7851D88-5116-8341-A1EB-34C504E495BE}" sibTransId="{A279E5C4-5512-6E45-990B-69331EDFA650}"/>
    <dgm:cxn modelId="{519232C1-1C33-9541-AAD6-946F21662BDA}" type="presOf" srcId="{64DB16C8-AD83-8145-8420-8C2110AE9930}" destId="{1CB4EC73-064C-6944-9A59-2F4B1B75A358}" srcOrd="0" destOrd="4" presId="urn:microsoft.com/office/officeart/2005/8/layout/hList6"/>
    <dgm:cxn modelId="{3E111AC3-5790-C449-B51F-47EE8C4EBD75}" srcId="{55C77BEF-3866-564B-9C57-E2789E23B1FC}" destId="{467BCB36-927B-6540-864C-3EFC50DCAA31}" srcOrd="3" destOrd="0" parTransId="{59A63809-4705-0444-BC89-CF27DA6AB935}" sibTransId="{5AE2CAAF-1681-6345-8706-99BDBEEFDF2A}"/>
    <dgm:cxn modelId="{AD8052D1-BE5F-604F-BEB7-CD228ADF1078}" type="presOf" srcId="{4C1690CA-75BE-1042-8684-E28BA8E9CBF3}" destId="{1CB4EC73-064C-6944-9A59-2F4B1B75A358}" srcOrd="0" destOrd="1" presId="urn:microsoft.com/office/officeart/2005/8/layout/hList6"/>
    <dgm:cxn modelId="{08FC77E2-7BA4-1240-8734-93021764B483}" type="presOf" srcId="{9B20BC7A-35C7-AC40-A789-DEF2794703F2}" destId="{7EDA0452-37C9-DE44-84C4-B9C104EE27F9}" srcOrd="0" destOrd="6" presId="urn:microsoft.com/office/officeart/2005/8/layout/hList6"/>
    <dgm:cxn modelId="{543D58E3-7E5C-024C-BCB1-03A821B57611}" type="presOf" srcId="{12135C61-36EA-384C-A03F-8975D7DED376}" destId="{7EDA0452-37C9-DE44-84C4-B9C104EE27F9}" srcOrd="0" destOrd="4" presId="urn:microsoft.com/office/officeart/2005/8/layout/hList6"/>
    <dgm:cxn modelId="{7BE7E9E5-C616-4C40-8337-F899DF323BC2}" srcId="{7D8F41E3-E367-9445-BDE5-D1B16027097E}" destId="{F14C5269-B083-4D41-AA3D-1206EFD17A38}" srcOrd="1" destOrd="0" parTransId="{8AFCF1D1-D56C-664D-ABBF-34DDB2E58630}" sibTransId="{3B926ED8-A4CF-C340-ACA9-1F2B40334198}"/>
    <dgm:cxn modelId="{DE1C83E9-668E-3040-8574-BF890949FCB5}" type="presOf" srcId="{D7FD48D0-F642-A94A-B7BE-5DA6C18E3D2A}" destId="{5DE7F1A8-FDAE-9744-AD0B-A333D6FEADC1}" srcOrd="0" destOrd="0" presId="urn:microsoft.com/office/officeart/2005/8/layout/hList6"/>
    <dgm:cxn modelId="{92366AEA-7C48-544C-8A01-48DE8B562ECE}" type="presOf" srcId="{0CCAF7A9-35B1-554B-8A65-9A49517C226F}" destId="{8289A5BA-97A6-194A-B5F0-993455CFC3D5}" srcOrd="0" destOrd="1" presId="urn:microsoft.com/office/officeart/2005/8/layout/hList6"/>
    <dgm:cxn modelId="{067EBFF4-8848-FD4D-8D03-0FEF4E722682}" type="presOf" srcId="{467BCB36-927B-6540-864C-3EFC50DCAA31}" destId="{8289A5BA-97A6-194A-B5F0-993455CFC3D5}" srcOrd="0" destOrd="4" presId="urn:microsoft.com/office/officeart/2005/8/layout/hList6"/>
    <dgm:cxn modelId="{09372FFF-0CA4-7440-8B73-DB2829041D4D}" srcId="{D7FD48D0-F642-A94A-B7BE-5DA6C18E3D2A}" destId="{55C77BEF-3866-564B-9C57-E2789E23B1FC}" srcOrd="2" destOrd="0" parTransId="{9781E9F1-1479-C843-A25F-2058C53BE6B2}" sibTransId="{4B95BAB5-1864-F046-B884-EB959221972D}"/>
    <dgm:cxn modelId="{B629F9B6-0DB8-374E-A035-033941DFE4A8}" type="presParOf" srcId="{5DE7F1A8-FDAE-9744-AD0B-A333D6FEADC1}" destId="{7EDA0452-37C9-DE44-84C4-B9C104EE27F9}" srcOrd="0" destOrd="0" presId="urn:microsoft.com/office/officeart/2005/8/layout/hList6"/>
    <dgm:cxn modelId="{1F40C35D-4CCD-CA41-AC8D-B7C731B227AC}" type="presParOf" srcId="{5DE7F1A8-FDAE-9744-AD0B-A333D6FEADC1}" destId="{A01F7817-1035-5241-A859-2D925FBF2FF4}" srcOrd="1" destOrd="0" presId="urn:microsoft.com/office/officeart/2005/8/layout/hList6"/>
    <dgm:cxn modelId="{BB857119-87FA-A04A-A5F5-07EB2DBE66EF}" type="presParOf" srcId="{5DE7F1A8-FDAE-9744-AD0B-A333D6FEADC1}" destId="{1CB4EC73-064C-6944-9A59-2F4B1B75A358}" srcOrd="2" destOrd="0" presId="urn:microsoft.com/office/officeart/2005/8/layout/hList6"/>
    <dgm:cxn modelId="{AEEDF6F6-90D4-AD45-9217-73EF6B816501}" type="presParOf" srcId="{5DE7F1A8-FDAE-9744-AD0B-A333D6FEADC1}" destId="{24891121-8697-4C47-A6B9-3F823A72CBEC}" srcOrd="3" destOrd="0" presId="urn:microsoft.com/office/officeart/2005/8/layout/hList6"/>
    <dgm:cxn modelId="{D2486A65-2D2B-E445-BEE4-17738F188099}" type="presParOf" srcId="{5DE7F1A8-FDAE-9744-AD0B-A333D6FEADC1}" destId="{8289A5BA-97A6-194A-B5F0-993455CFC3D5}" srcOrd="4" destOrd="0" presId="urn:microsoft.com/office/officeart/2005/8/layout/hList6"/>
  </dgm:cxnLst>
  <dgm:bg/>
  <dgm:whole>
    <a:ln>
      <a:solidFill>
        <a:schemeClr val="tx1"/>
      </a:solidFill>
    </a:ln>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9CD968E2-8D16-7843-8E4D-E8DF52B414E3}" type="doc">
      <dgm:prSet loTypeId="urn:microsoft.com/office/officeart/2024/layout/VerticalActionList" loCatId="" qsTypeId="urn:microsoft.com/office/officeart/2005/8/quickstyle/3d1" qsCatId="3D" csTypeId="urn:microsoft.com/office/officeart/2005/8/colors/colorful3" csCatId="colorful" phldr="1"/>
      <dgm:spPr/>
      <dgm:t>
        <a:bodyPr/>
        <a:lstStyle/>
        <a:p>
          <a:endParaRPr lang="en-US"/>
        </a:p>
      </dgm:t>
    </dgm:pt>
    <dgm:pt modelId="{0E7C1D59-4273-684D-868F-7DDB2905649B}">
      <dgm:prSet phldrT="[Text]" custT="1"/>
      <dgm:spPr>
        <a:solidFill>
          <a:schemeClr val="bg1"/>
        </a:solidFill>
        <a:ln>
          <a:solidFill>
            <a:srgbClr val="B42632"/>
          </a:solidFill>
        </a:ln>
      </dgm:spPr>
      <dgm:t>
        <a:bodyPr/>
        <a:lstStyle/>
        <a:p>
          <a:pPr algn="ctr">
            <a:buNone/>
          </a:pPr>
          <a:r>
            <a:rPr lang="en-PS" sz="3200" b="1" i="0" u="none" dirty="0">
              <a:solidFill>
                <a:schemeClr val="tx1"/>
              </a:solidFill>
              <a:latin typeface="Times New Roman" panose="02020603050405020304" pitchFamily="18" charset="0"/>
              <a:cs typeface="Times New Roman" panose="02020603050405020304" pitchFamily="18" charset="0"/>
            </a:rPr>
            <a:t>CDMC Gaza</a:t>
          </a:r>
          <a:endParaRPr lang="en-US" sz="3200" b="1" dirty="0">
            <a:solidFill>
              <a:schemeClr val="tx1"/>
            </a:solidFill>
            <a:latin typeface="Times New Roman" panose="02020603050405020304" pitchFamily="18" charset="0"/>
            <a:cs typeface="Times New Roman" panose="02020603050405020304" pitchFamily="18" charset="0"/>
          </a:endParaRPr>
        </a:p>
      </dgm:t>
    </dgm:pt>
    <dgm:pt modelId="{89EA858D-4E97-7644-8B76-4B3D4C9865C9}" type="parTrans" cxnId="{C0687C24-B310-4840-BAE7-ED386DC24267}">
      <dgm:prSet/>
      <dgm:spPr/>
      <dgm:t>
        <a:bodyPr/>
        <a:lstStyle/>
        <a:p>
          <a:endParaRPr lang="en-US"/>
        </a:p>
      </dgm:t>
    </dgm:pt>
    <dgm:pt modelId="{462C1A20-44C7-2049-A143-A575AA9CB473}" type="sibTrans" cxnId="{C0687C24-B310-4840-BAE7-ED386DC24267}">
      <dgm:prSet/>
      <dgm:spPr/>
      <dgm:t>
        <a:bodyPr/>
        <a:lstStyle/>
        <a:p>
          <a:endParaRPr lang="en-US"/>
        </a:p>
      </dgm:t>
    </dgm:pt>
    <dgm:pt modelId="{D9FAABEF-C968-9F4E-B2A7-8830901DE536}">
      <dgm:prSet phldrT="[Text]" custT="1"/>
      <dgm:spPr>
        <a:solidFill>
          <a:schemeClr val="bg1"/>
        </a:solidFill>
      </dgm:spPr>
      <dgm:t>
        <a:bodyPr/>
        <a:lstStyle/>
        <a:p>
          <a:pPr rtl="0"/>
          <a:r>
            <a:rPr lang="en-US" sz="2400" dirty="0">
              <a:solidFill>
                <a:schemeClr val="tx1"/>
              </a:solidFill>
              <a:latin typeface="Times New Roman" panose="02020603050405020304" pitchFamily="18" charset="0"/>
              <a:cs typeface="Times New Roman" panose="02020603050405020304" pitchFamily="18" charset="0"/>
            </a:rPr>
            <a:t>It documents human stories and media content from Gaza, but focuses more on media dissemination and community engagement, rather than on building an organized digital archive of personal stories.</a:t>
          </a:r>
        </a:p>
      </dgm:t>
    </dgm:pt>
    <dgm:pt modelId="{147C04A3-64C5-354E-B84E-06F9511E6C81}" type="parTrans" cxnId="{5C75A79F-44F4-324B-8D07-F16097B86587}">
      <dgm:prSet/>
      <dgm:spPr/>
      <dgm:t>
        <a:bodyPr/>
        <a:lstStyle/>
        <a:p>
          <a:endParaRPr lang="en-US"/>
        </a:p>
      </dgm:t>
    </dgm:pt>
    <dgm:pt modelId="{7039B789-A23C-0840-96B4-78AFA0BB4593}" type="sibTrans" cxnId="{5C75A79F-44F4-324B-8D07-F16097B86587}">
      <dgm:prSet/>
      <dgm:spPr/>
      <dgm:t>
        <a:bodyPr/>
        <a:lstStyle/>
        <a:p>
          <a:endParaRPr lang="en-US"/>
        </a:p>
      </dgm:t>
    </dgm:pt>
    <dgm:pt modelId="{25448FC8-899B-4F4D-8695-CFB85D32AD5A}">
      <dgm:prSet phldrT="[Text]" custT="1"/>
      <dgm:spPr>
        <a:solidFill>
          <a:schemeClr val="tx1"/>
        </a:solidFill>
      </dgm:spPr>
      <dgm:t>
        <a:bodyPr/>
        <a:lstStyle/>
        <a:p>
          <a:pPr algn="ctr">
            <a:buNone/>
          </a:pPr>
          <a:r>
            <a:rPr lang="en-PS" sz="2400" b="1" i="0" dirty="0">
              <a:latin typeface="Times New Roman" panose="02020603050405020304" pitchFamily="18" charset="0"/>
              <a:cs typeface="Times New Roman" panose="02020603050405020304" pitchFamily="18" charset="0"/>
            </a:rPr>
            <a:t>Al Jazeera Gaza Coverage</a:t>
          </a:r>
          <a:endParaRPr lang="en-US" sz="2400" dirty="0">
            <a:latin typeface="Times New Roman" panose="02020603050405020304" pitchFamily="18" charset="0"/>
            <a:cs typeface="Times New Roman" panose="02020603050405020304" pitchFamily="18" charset="0"/>
          </a:endParaRPr>
        </a:p>
      </dgm:t>
    </dgm:pt>
    <dgm:pt modelId="{42270A2B-0151-C248-9F7B-AF30AB7067F4}" type="parTrans" cxnId="{58FB4867-23F3-C147-83F7-E73D1C34C4C1}">
      <dgm:prSet/>
      <dgm:spPr/>
      <dgm:t>
        <a:bodyPr/>
        <a:lstStyle/>
        <a:p>
          <a:endParaRPr lang="en-US"/>
        </a:p>
      </dgm:t>
    </dgm:pt>
    <dgm:pt modelId="{38BB3417-2C0F-CA4E-AC8E-060EBA796A3C}" type="sibTrans" cxnId="{58FB4867-23F3-C147-83F7-E73D1C34C4C1}">
      <dgm:prSet/>
      <dgm:spPr/>
      <dgm:t>
        <a:bodyPr/>
        <a:lstStyle/>
        <a:p>
          <a:endParaRPr lang="en-US"/>
        </a:p>
      </dgm:t>
    </dgm:pt>
    <dgm:pt modelId="{3774E98C-6FFB-C84F-B3BA-C2099F72FEBD}">
      <dgm:prSet phldrT="[Text]" custT="1"/>
      <dgm:spPr>
        <a:ln>
          <a:solidFill>
            <a:schemeClr val="bg1"/>
          </a:solidFill>
        </a:ln>
      </dgm:spPr>
      <dgm:t>
        <a:bodyPr/>
        <a:lstStyle/>
        <a:p>
          <a:pPr rtl="0"/>
          <a:r>
            <a:rPr lang="en-US" sz="2400" dirty="0">
              <a:solidFill>
                <a:schemeClr val="bg1"/>
              </a:solidFill>
              <a:latin typeface="Times New Roman" panose="02020603050405020304" pitchFamily="18" charset="0"/>
              <a:cs typeface="Times New Roman" panose="02020603050405020304" pitchFamily="18" charset="0"/>
            </a:rPr>
            <a:t>It provides extensive news coverage of Gaza through reports, photos, videos, and interviews, but its primary goal is to convey the news, not to preserve human memory as an independent archive.</a:t>
          </a:r>
        </a:p>
      </dgm:t>
    </dgm:pt>
    <dgm:pt modelId="{457A5F1C-EBA9-8B41-92DB-8C1E5379193E}" type="parTrans" cxnId="{9ABC212D-D8BD-B746-9927-89200AEC962C}">
      <dgm:prSet/>
      <dgm:spPr/>
      <dgm:t>
        <a:bodyPr/>
        <a:lstStyle/>
        <a:p>
          <a:endParaRPr lang="en-US"/>
        </a:p>
      </dgm:t>
    </dgm:pt>
    <dgm:pt modelId="{74F7A6E6-D3CB-2948-9C3F-C5908812709B}" type="sibTrans" cxnId="{9ABC212D-D8BD-B746-9927-89200AEC962C}">
      <dgm:prSet/>
      <dgm:spPr/>
      <dgm:t>
        <a:bodyPr/>
        <a:lstStyle/>
        <a:p>
          <a:endParaRPr lang="en-US"/>
        </a:p>
      </dgm:t>
    </dgm:pt>
    <dgm:pt modelId="{FDAF4968-A229-6949-B7A5-5189B2655D6D}">
      <dgm:prSet phldrT="[Text]" custT="1"/>
      <dgm:spPr>
        <a:solidFill>
          <a:srgbClr val="B42632"/>
        </a:solidFill>
        <a:ln>
          <a:solidFill>
            <a:schemeClr val="tx1"/>
          </a:solidFill>
        </a:ln>
      </dgm:spPr>
      <dgm:t>
        <a:bodyPr/>
        <a:lstStyle/>
        <a:p>
          <a:pPr algn="ctr">
            <a:buNone/>
          </a:pPr>
          <a:r>
            <a:rPr lang="en-PS" sz="3200" b="1" i="0" dirty="0">
              <a:latin typeface="Times New Roman" panose="02020603050405020304" pitchFamily="18" charset="0"/>
              <a:cs typeface="Times New Roman" panose="02020603050405020304" pitchFamily="18" charset="0"/>
            </a:rPr>
            <a:t>WAFA News Agency</a:t>
          </a:r>
          <a:endParaRPr lang="en-US" sz="3200" dirty="0">
            <a:latin typeface="Times New Roman" panose="02020603050405020304" pitchFamily="18" charset="0"/>
            <a:cs typeface="Times New Roman" panose="02020603050405020304" pitchFamily="18" charset="0"/>
          </a:endParaRPr>
        </a:p>
      </dgm:t>
    </dgm:pt>
    <dgm:pt modelId="{CCE811DF-C2FA-7547-987C-6623AC888C3E}" type="parTrans" cxnId="{30C76EBE-5F59-C64D-AC58-9087DA88A514}">
      <dgm:prSet/>
      <dgm:spPr/>
      <dgm:t>
        <a:bodyPr/>
        <a:lstStyle/>
        <a:p>
          <a:endParaRPr lang="en-US"/>
        </a:p>
      </dgm:t>
    </dgm:pt>
    <dgm:pt modelId="{A4F702AF-94A4-8F4F-9EA8-65511A19BD00}" type="sibTrans" cxnId="{30C76EBE-5F59-C64D-AC58-9087DA88A514}">
      <dgm:prSet/>
      <dgm:spPr/>
      <dgm:t>
        <a:bodyPr/>
        <a:lstStyle/>
        <a:p>
          <a:endParaRPr lang="en-US"/>
        </a:p>
      </dgm:t>
    </dgm:pt>
    <dgm:pt modelId="{5F760541-B1EE-6549-9B5E-8F74DD068364}" type="pres">
      <dgm:prSet presAssocID="{9CD968E2-8D16-7843-8E4D-E8DF52B414E3}" presName="Name0" presStyleCnt="0">
        <dgm:presLayoutVars>
          <dgm:dir/>
          <dgm:animLvl val="lvl"/>
          <dgm:resizeHandles val="exact"/>
        </dgm:presLayoutVars>
      </dgm:prSet>
      <dgm:spPr/>
    </dgm:pt>
    <dgm:pt modelId="{CB448EF7-18EA-6F4A-A366-E103D47AB55B}" type="pres">
      <dgm:prSet presAssocID="{0E7C1D59-4273-684D-868F-7DDB2905649B}" presName="linNode" presStyleCnt="0"/>
      <dgm:spPr/>
    </dgm:pt>
    <dgm:pt modelId="{C48A75B2-6957-BF41-9BAB-CFC43EDBF156}" type="pres">
      <dgm:prSet presAssocID="{0E7C1D59-4273-684D-868F-7DDB2905649B}" presName="bgOutline" presStyleLbl="fgAcc1" presStyleIdx="0" presStyleCnt="3"/>
      <dgm:spPr/>
    </dgm:pt>
    <dgm:pt modelId="{558453C0-3176-A14E-90A2-E0A10B821790}" type="pres">
      <dgm:prSet presAssocID="{0E7C1D59-4273-684D-868F-7DDB2905649B}" presName="parentText" presStyleLbl="alignNode1" presStyleIdx="0" presStyleCnt="3">
        <dgm:presLayoutVars>
          <dgm:chMax val="1"/>
          <dgm:bulletEnabled/>
        </dgm:presLayoutVars>
      </dgm:prSet>
      <dgm:spPr/>
    </dgm:pt>
    <dgm:pt modelId="{4634B725-270D-B141-92C2-C106B4E13CED}" type="pres">
      <dgm:prSet presAssocID="{0E7C1D59-4273-684D-868F-7DDB2905649B}" presName="descendantText" presStyleLbl="revTx" presStyleIdx="0" presStyleCnt="0">
        <dgm:presLayoutVars>
          <dgm:bulletEnabled/>
        </dgm:presLayoutVars>
      </dgm:prSet>
      <dgm:spPr/>
    </dgm:pt>
    <dgm:pt modelId="{0257F634-9F7D-AE47-B603-EC04148B0E28}" type="pres">
      <dgm:prSet presAssocID="{462C1A20-44C7-2049-A143-A575AA9CB473}" presName="sp" presStyleCnt="0"/>
      <dgm:spPr/>
    </dgm:pt>
    <dgm:pt modelId="{30666E5C-B5C9-3342-871E-BB95ADF41F59}" type="pres">
      <dgm:prSet presAssocID="{25448FC8-899B-4F4D-8695-CFB85D32AD5A}" presName="linNode" presStyleCnt="0"/>
      <dgm:spPr/>
    </dgm:pt>
    <dgm:pt modelId="{970C8950-F3A2-1B44-92C4-829DF08286F3}" type="pres">
      <dgm:prSet presAssocID="{25448FC8-899B-4F4D-8695-CFB85D32AD5A}" presName="bgOutline" presStyleLbl="fgAcc1" presStyleIdx="1" presStyleCnt="3"/>
      <dgm:spPr/>
    </dgm:pt>
    <dgm:pt modelId="{FF9AC012-8D4B-0A49-9C99-F1A786B54CB4}" type="pres">
      <dgm:prSet presAssocID="{25448FC8-899B-4F4D-8695-CFB85D32AD5A}" presName="parentText" presStyleLbl="alignNode1" presStyleIdx="1" presStyleCnt="3">
        <dgm:presLayoutVars>
          <dgm:chMax val="1"/>
          <dgm:bulletEnabled/>
        </dgm:presLayoutVars>
      </dgm:prSet>
      <dgm:spPr/>
    </dgm:pt>
    <dgm:pt modelId="{8A4E747C-6FF3-F24D-A1E2-CA9B872A6C7C}" type="pres">
      <dgm:prSet presAssocID="{25448FC8-899B-4F4D-8695-CFB85D32AD5A}" presName="descendantText" presStyleLbl="revTx" presStyleIdx="0" presStyleCnt="0">
        <dgm:presLayoutVars>
          <dgm:bulletEnabled/>
        </dgm:presLayoutVars>
      </dgm:prSet>
      <dgm:spPr/>
    </dgm:pt>
    <dgm:pt modelId="{48EDDEF2-A7C8-7F4C-A147-2C75A3213D3D}" type="pres">
      <dgm:prSet presAssocID="{38BB3417-2C0F-CA4E-AC8E-060EBA796A3C}" presName="sp" presStyleCnt="0"/>
      <dgm:spPr/>
    </dgm:pt>
    <dgm:pt modelId="{8A8B6B30-2B5E-2F47-AB5C-46E024EA1D35}" type="pres">
      <dgm:prSet presAssocID="{FDAF4968-A229-6949-B7A5-5189B2655D6D}" presName="linNode" presStyleCnt="0"/>
      <dgm:spPr/>
    </dgm:pt>
    <dgm:pt modelId="{8D32B97D-D173-AE4C-B42B-0517300B8D29}" type="pres">
      <dgm:prSet presAssocID="{FDAF4968-A229-6949-B7A5-5189B2655D6D}" presName="bgOutline" presStyleLbl="fgAcc1" presStyleIdx="2" presStyleCnt="3"/>
      <dgm:spPr/>
    </dgm:pt>
    <dgm:pt modelId="{42C1844D-3596-1446-96BC-EDE4E5A6F8F9}" type="pres">
      <dgm:prSet presAssocID="{FDAF4968-A229-6949-B7A5-5189B2655D6D}" presName="parentText" presStyleLbl="alignNode1" presStyleIdx="2" presStyleCnt="3">
        <dgm:presLayoutVars>
          <dgm:chMax val="1"/>
          <dgm:bulletEnabled/>
        </dgm:presLayoutVars>
      </dgm:prSet>
      <dgm:spPr/>
    </dgm:pt>
    <dgm:pt modelId="{A5FF5DDF-4C26-EE40-97B9-B74B99568A52}" type="pres">
      <dgm:prSet presAssocID="{FDAF4968-A229-6949-B7A5-5189B2655D6D}" presName="descendantText" presStyleLbl="revTx" presStyleIdx="0" presStyleCnt="0">
        <dgm:presLayoutVars>
          <dgm:bulletEnabled/>
        </dgm:presLayoutVars>
      </dgm:prSet>
      <dgm:spPr/>
    </dgm:pt>
  </dgm:ptLst>
  <dgm:cxnLst>
    <dgm:cxn modelId="{0DA7920D-09FB-E849-90FD-91A2C7E31370}" type="presOf" srcId="{3774E98C-6FFB-C84F-B3BA-C2099F72FEBD}" destId="{8A4E747C-6FF3-F24D-A1E2-CA9B872A6C7C}" srcOrd="0" destOrd="0" presId="urn:microsoft.com/office/officeart/2024/layout/VerticalActionList"/>
    <dgm:cxn modelId="{B0276A12-EC78-8D48-A4CC-4FADC6C63AB1}" type="presOf" srcId="{0E7C1D59-4273-684D-868F-7DDB2905649B}" destId="{558453C0-3176-A14E-90A2-E0A10B821790}" srcOrd="1" destOrd="0" presId="urn:microsoft.com/office/officeart/2024/layout/VerticalActionList"/>
    <dgm:cxn modelId="{F06D5A21-4FE4-BE45-8BF1-CA2C7A724C38}" type="presOf" srcId="{9CD968E2-8D16-7843-8E4D-E8DF52B414E3}" destId="{5F760541-B1EE-6549-9B5E-8F74DD068364}" srcOrd="0" destOrd="0" presId="urn:microsoft.com/office/officeart/2024/layout/VerticalActionList"/>
    <dgm:cxn modelId="{C0687C24-B310-4840-BAE7-ED386DC24267}" srcId="{9CD968E2-8D16-7843-8E4D-E8DF52B414E3}" destId="{0E7C1D59-4273-684D-868F-7DDB2905649B}" srcOrd="0" destOrd="0" parTransId="{89EA858D-4E97-7644-8B76-4B3D4C9865C9}" sibTransId="{462C1A20-44C7-2049-A143-A575AA9CB473}"/>
    <dgm:cxn modelId="{9ABC212D-D8BD-B746-9927-89200AEC962C}" srcId="{25448FC8-899B-4F4D-8695-CFB85D32AD5A}" destId="{3774E98C-6FFB-C84F-B3BA-C2099F72FEBD}" srcOrd="0" destOrd="0" parTransId="{457A5F1C-EBA9-8B41-92DB-8C1E5379193E}" sibTransId="{74F7A6E6-D3CB-2948-9C3F-C5908812709B}"/>
    <dgm:cxn modelId="{C6DB3A37-B2D4-8E4D-9153-609069FAB900}" type="presOf" srcId="{FDAF4968-A229-6949-B7A5-5189B2655D6D}" destId="{8D32B97D-D173-AE4C-B42B-0517300B8D29}" srcOrd="0" destOrd="0" presId="urn:microsoft.com/office/officeart/2024/layout/VerticalActionList"/>
    <dgm:cxn modelId="{58FB4867-23F3-C147-83F7-E73D1C34C4C1}" srcId="{9CD968E2-8D16-7843-8E4D-E8DF52B414E3}" destId="{25448FC8-899B-4F4D-8695-CFB85D32AD5A}" srcOrd="1" destOrd="0" parTransId="{42270A2B-0151-C248-9F7B-AF30AB7067F4}" sibTransId="{38BB3417-2C0F-CA4E-AC8E-060EBA796A3C}"/>
    <dgm:cxn modelId="{5C75A79F-44F4-324B-8D07-F16097B86587}" srcId="{0E7C1D59-4273-684D-868F-7DDB2905649B}" destId="{D9FAABEF-C968-9F4E-B2A7-8830901DE536}" srcOrd="0" destOrd="0" parTransId="{147C04A3-64C5-354E-B84E-06F9511E6C81}" sibTransId="{7039B789-A23C-0840-96B4-78AFA0BB4593}"/>
    <dgm:cxn modelId="{30C76EBE-5F59-C64D-AC58-9087DA88A514}" srcId="{9CD968E2-8D16-7843-8E4D-E8DF52B414E3}" destId="{FDAF4968-A229-6949-B7A5-5189B2655D6D}" srcOrd="2" destOrd="0" parTransId="{CCE811DF-C2FA-7547-987C-6623AC888C3E}" sibTransId="{A4F702AF-94A4-8F4F-9EA8-65511A19BD00}"/>
    <dgm:cxn modelId="{9BFD6AD1-F24E-1B4F-B95B-ADDC95762904}" type="presOf" srcId="{FDAF4968-A229-6949-B7A5-5189B2655D6D}" destId="{42C1844D-3596-1446-96BC-EDE4E5A6F8F9}" srcOrd="1" destOrd="0" presId="urn:microsoft.com/office/officeart/2024/layout/VerticalActionList"/>
    <dgm:cxn modelId="{4CA772DD-104E-6345-A6D9-79FA8430CE36}" type="presOf" srcId="{25448FC8-899B-4F4D-8695-CFB85D32AD5A}" destId="{970C8950-F3A2-1B44-92C4-829DF08286F3}" srcOrd="0" destOrd="0" presId="urn:microsoft.com/office/officeart/2024/layout/VerticalActionList"/>
    <dgm:cxn modelId="{071116E5-1AA9-0347-8D64-44E7B23BF5FD}" type="presOf" srcId="{25448FC8-899B-4F4D-8695-CFB85D32AD5A}" destId="{FF9AC012-8D4B-0A49-9C99-F1A786B54CB4}" srcOrd="1" destOrd="0" presId="urn:microsoft.com/office/officeart/2024/layout/VerticalActionList"/>
    <dgm:cxn modelId="{40BB27E9-CBE4-334D-940F-C15ADD977A8D}" type="presOf" srcId="{D9FAABEF-C968-9F4E-B2A7-8830901DE536}" destId="{4634B725-270D-B141-92C2-C106B4E13CED}" srcOrd="0" destOrd="0" presId="urn:microsoft.com/office/officeart/2024/layout/VerticalActionList"/>
    <dgm:cxn modelId="{AE2714FE-A939-BD40-B103-3386C62AAFE4}" type="presOf" srcId="{0E7C1D59-4273-684D-868F-7DDB2905649B}" destId="{C48A75B2-6957-BF41-9BAB-CFC43EDBF156}" srcOrd="0" destOrd="0" presId="urn:microsoft.com/office/officeart/2024/layout/VerticalActionList"/>
    <dgm:cxn modelId="{E89218F0-5686-BB4A-AC21-3E225802D64F}" type="presParOf" srcId="{5F760541-B1EE-6549-9B5E-8F74DD068364}" destId="{CB448EF7-18EA-6F4A-A366-E103D47AB55B}" srcOrd="0" destOrd="0" presId="urn:microsoft.com/office/officeart/2024/layout/VerticalActionList"/>
    <dgm:cxn modelId="{80A04C47-9BD6-4F48-8987-B001D273D09A}" type="presParOf" srcId="{CB448EF7-18EA-6F4A-A366-E103D47AB55B}" destId="{C48A75B2-6957-BF41-9BAB-CFC43EDBF156}" srcOrd="0" destOrd="0" presId="urn:microsoft.com/office/officeart/2024/layout/VerticalActionList"/>
    <dgm:cxn modelId="{424896E7-8B10-984D-8279-C727FEEAD166}" type="presParOf" srcId="{CB448EF7-18EA-6F4A-A366-E103D47AB55B}" destId="{558453C0-3176-A14E-90A2-E0A10B821790}" srcOrd="1" destOrd="0" presId="urn:microsoft.com/office/officeart/2024/layout/VerticalActionList"/>
    <dgm:cxn modelId="{5A0F7BE3-72D0-3A40-9A31-93E5741C5B3D}" type="presParOf" srcId="{CB448EF7-18EA-6F4A-A366-E103D47AB55B}" destId="{4634B725-270D-B141-92C2-C106B4E13CED}" srcOrd="2" destOrd="0" presId="urn:microsoft.com/office/officeart/2024/layout/VerticalActionList"/>
    <dgm:cxn modelId="{57A02A28-D01D-7448-8F2F-90DE6AABE5C1}" type="presParOf" srcId="{5F760541-B1EE-6549-9B5E-8F74DD068364}" destId="{0257F634-9F7D-AE47-B603-EC04148B0E28}" srcOrd="1" destOrd="0" presId="urn:microsoft.com/office/officeart/2024/layout/VerticalActionList"/>
    <dgm:cxn modelId="{355C4AEE-9195-8C4C-AC0A-9A30C7EA42F8}" type="presParOf" srcId="{5F760541-B1EE-6549-9B5E-8F74DD068364}" destId="{30666E5C-B5C9-3342-871E-BB95ADF41F59}" srcOrd="2" destOrd="0" presId="urn:microsoft.com/office/officeart/2024/layout/VerticalActionList"/>
    <dgm:cxn modelId="{878038E6-DDBB-3242-8D67-64906D66FD45}" type="presParOf" srcId="{30666E5C-B5C9-3342-871E-BB95ADF41F59}" destId="{970C8950-F3A2-1B44-92C4-829DF08286F3}" srcOrd="0" destOrd="0" presId="urn:microsoft.com/office/officeart/2024/layout/VerticalActionList"/>
    <dgm:cxn modelId="{79C4EDA8-6708-3345-BEFF-EFF1E0D28074}" type="presParOf" srcId="{30666E5C-B5C9-3342-871E-BB95ADF41F59}" destId="{FF9AC012-8D4B-0A49-9C99-F1A786B54CB4}" srcOrd="1" destOrd="0" presId="urn:microsoft.com/office/officeart/2024/layout/VerticalActionList"/>
    <dgm:cxn modelId="{D106837E-B21C-B540-BC4A-AD1BF53F43D7}" type="presParOf" srcId="{30666E5C-B5C9-3342-871E-BB95ADF41F59}" destId="{8A4E747C-6FF3-F24D-A1E2-CA9B872A6C7C}" srcOrd="2" destOrd="0" presId="urn:microsoft.com/office/officeart/2024/layout/VerticalActionList"/>
    <dgm:cxn modelId="{61F2460D-F52D-7247-B34F-630D237AFAB0}" type="presParOf" srcId="{5F760541-B1EE-6549-9B5E-8F74DD068364}" destId="{48EDDEF2-A7C8-7F4C-A147-2C75A3213D3D}" srcOrd="3" destOrd="0" presId="urn:microsoft.com/office/officeart/2024/layout/VerticalActionList"/>
    <dgm:cxn modelId="{B5859970-5BFC-404C-8A90-C72F3E61E7AC}" type="presParOf" srcId="{5F760541-B1EE-6549-9B5E-8F74DD068364}" destId="{8A8B6B30-2B5E-2F47-AB5C-46E024EA1D35}" srcOrd="4" destOrd="0" presId="urn:microsoft.com/office/officeart/2024/layout/VerticalActionList"/>
    <dgm:cxn modelId="{39992243-FC09-DF4A-ADAF-15D34E789A25}" type="presParOf" srcId="{8A8B6B30-2B5E-2F47-AB5C-46E024EA1D35}" destId="{8D32B97D-D173-AE4C-B42B-0517300B8D29}" srcOrd="0" destOrd="0" presId="urn:microsoft.com/office/officeart/2024/layout/VerticalActionList"/>
    <dgm:cxn modelId="{92858259-0541-F14A-84B6-EBB384D1BC5F}" type="presParOf" srcId="{8A8B6B30-2B5E-2F47-AB5C-46E024EA1D35}" destId="{42C1844D-3596-1446-96BC-EDE4E5A6F8F9}" srcOrd="1" destOrd="0" presId="urn:microsoft.com/office/officeart/2024/layout/VerticalActionList"/>
    <dgm:cxn modelId="{82CCF985-7F3B-F848-B7CD-B9A9C9F935AC}" type="presParOf" srcId="{8A8B6B30-2B5E-2F47-AB5C-46E024EA1D35}" destId="{A5FF5DDF-4C26-EE40-97B9-B74B99568A52}" srcOrd="2" destOrd="0" presId="urn:microsoft.com/office/officeart/2024/layout/VerticalAc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CD968E2-8D16-7843-8E4D-E8DF52B414E3}" type="doc">
      <dgm:prSet loTypeId="urn:microsoft.com/office/officeart/2024/layout/VerticalActionList" loCatId="" qsTypeId="urn:microsoft.com/office/officeart/2005/8/quickstyle/3d1" qsCatId="3D" csTypeId="urn:microsoft.com/office/officeart/2005/8/colors/colorful3" csCatId="colorful" phldr="1"/>
      <dgm:spPr/>
      <dgm:t>
        <a:bodyPr/>
        <a:lstStyle/>
        <a:p>
          <a:endParaRPr lang="en-US"/>
        </a:p>
      </dgm:t>
    </dgm:pt>
    <dgm:pt modelId="{0E7C1D59-4273-684D-868F-7DDB2905649B}">
      <dgm:prSet phldrT="[Text]" custT="1"/>
      <dgm:spPr>
        <a:solidFill>
          <a:schemeClr val="tx1"/>
        </a:solidFill>
      </dgm:spPr>
      <dgm:t>
        <a:bodyPr/>
        <a:lstStyle/>
        <a:p>
          <a:pPr algn="ctr">
            <a:buNone/>
          </a:pPr>
          <a:r>
            <a:rPr lang="en-PS" sz="3200" b="0" i="0" u="none" dirty="0">
              <a:latin typeface="Times New Roman" panose="02020603050405020304" pitchFamily="18" charset="0"/>
              <a:cs typeface="Times New Roman" panose="02020603050405020304" pitchFamily="18" charset="0"/>
            </a:rPr>
            <a:t>Euro-Med Monitor</a:t>
          </a:r>
          <a:endParaRPr lang="en-US" sz="3200" b="1" dirty="0">
            <a:latin typeface="Times New Roman" panose="02020603050405020304" pitchFamily="18" charset="0"/>
            <a:cs typeface="Times New Roman" panose="02020603050405020304" pitchFamily="18" charset="0"/>
          </a:endParaRPr>
        </a:p>
      </dgm:t>
    </dgm:pt>
    <dgm:pt modelId="{89EA858D-4E97-7644-8B76-4B3D4C9865C9}" type="parTrans" cxnId="{C0687C24-B310-4840-BAE7-ED386DC24267}">
      <dgm:prSet/>
      <dgm:spPr/>
      <dgm:t>
        <a:bodyPr/>
        <a:lstStyle/>
        <a:p>
          <a:endParaRPr lang="en-US"/>
        </a:p>
      </dgm:t>
    </dgm:pt>
    <dgm:pt modelId="{462C1A20-44C7-2049-A143-A575AA9CB473}" type="sibTrans" cxnId="{C0687C24-B310-4840-BAE7-ED386DC24267}">
      <dgm:prSet/>
      <dgm:spPr/>
      <dgm:t>
        <a:bodyPr/>
        <a:lstStyle/>
        <a:p>
          <a:endParaRPr lang="en-US"/>
        </a:p>
      </dgm:t>
    </dgm:pt>
    <dgm:pt modelId="{D9FAABEF-C968-9F4E-B2A7-8830901DE536}">
      <dgm:prSet phldrT="[Text]" custT="1"/>
      <dgm:spPr/>
      <dgm:t>
        <a:bodyPr/>
        <a:lstStyle/>
        <a:p>
          <a:pPr rtl="0"/>
          <a:r>
            <a:rPr lang="en-US" sz="2400" dirty="0">
              <a:solidFill>
                <a:schemeClr val="bg1"/>
              </a:solidFill>
              <a:latin typeface="Times New Roman" panose="02020603050405020304" pitchFamily="18" charset="0"/>
              <a:cs typeface="Times New Roman" panose="02020603050405020304" pitchFamily="18" charset="0"/>
            </a:rPr>
            <a:t>A human rights organization that documents violations in Gaza through legal reports and field testimonies, but it is geared more towards researchers and decision-makers and is not a public engagement platform.</a:t>
          </a:r>
        </a:p>
      </dgm:t>
    </dgm:pt>
    <dgm:pt modelId="{147C04A3-64C5-354E-B84E-06F9511E6C81}" type="parTrans" cxnId="{5C75A79F-44F4-324B-8D07-F16097B86587}">
      <dgm:prSet/>
      <dgm:spPr/>
      <dgm:t>
        <a:bodyPr/>
        <a:lstStyle/>
        <a:p>
          <a:endParaRPr lang="en-US"/>
        </a:p>
      </dgm:t>
    </dgm:pt>
    <dgm:pt modelId="{7039B789-A23C-0840-96B4-78AFA0BB4593}" type="sibTrans" cxnId="{5C75A79F-44F4-324B-8D07-F16097B86587}">
      <dgm:prSet/>
      <dgm:spPr/>
      <dgm:t>
        <a:bodyPr/>
        <a:lstStyle/>
        <a:p>
          <a:endParaRPr lang="en-US"/>
        </a:p>
      </dgm:t>
    </dgm:pt>
    <dgm:pt modelId="{25448FC8-899B-4F4D-8695-CFB85D32AD5A}">
      <dgm:prSet phldrT="[Text]" custT="1"/>
      <dgm:spPr>
        <a:solidFill>
          <a:srgbClr val="B42632"/>
        </a:solidFill>
        <a:ln>
          <a:solidFill>
            <a:schemeClr val="tx1"/>
          </a:solidFill>
        </a:ln>
      </dgm:spPr>
      <dgm:t>
        <a:bodyPr/>
        <a:lstStyle/>
        <a:p>
          <a:pPr algn="ctr">
            <a:buNone/>
          </a:pPr>
          <a:r>
            <a:rPr lang="en-PS" sz="3200" b="0" i="0" u="none" dirty="0">
              <a:latin typeface="Times New Roman" panose="02020603050405020304" pitchFamily="18" charset="0"/>
              <a:cs typeface="Times New Roman" panose="02020603050405020304" pitchFamily="18" charset="0"/>
            </a:rPr>
            <a:t>Human Rights Watch</a:t>
          </a:r>
          <a:endParaRPr lang="en-US" sz="3200" dirty="0">
            <a:latin typeface="Times New Roman" panose="02020603050405020304" pitchFamily="18" charset="0"/>
            <a:cs typeface="Times New Roman" panose="02020603050405020304" pitchFamily="18" charset="0"/>
          </a:endParaRPr>
        </a:p>
      </dgm:t>
    </dgm:pt>
    <dgm:pt modelId="{42270A2B-0151-C248-9F7B-AF30AB7067F4}" type="parTrans" cxnId="{58FB4867-23F3-C147-83F7-E73D1C34C4C1}">
      <dgm:prSet/>
      <dgm:spPr/>
      <dgm:t>
        <a:bodyPr/>
        <a:lstStyle/>
        <a:p>
          <a:endParaRPr lang="en-US"/>
        </a:p>
      </dgm:t>
    </dgm:pt>
    <dgm:pt modelId="{38BB3417-2C0F-CA4E-AC8E-060EBA796A3C}" type="sibTrans" cxnId="{58FB4867-23F3-C147-83F7-E73D1C34C4C1}">
      <dgm:prSet/>
      <dgm:spPr/>
      <dgm:t>
        <a:bodyPr/>
        <a:lstStyle/>
        <a:p>
          <a:endParaRPr lang="en-US"/>
        </a:p>
      </dgm:t>
    </dgm:pt>
    <dgm:pt modelId="{3774E98C-6FFB-C84F-B3BA-C2099F72FEBD}">
      <dgm:prSet phldrT="[Text]" custT="1"/>
      <dgm:spPr>
        <a:ln>
          <a:solidFill>
            <a:schemeClr val="bg1"/>
          </a:solidFill>
        </a:ln>
      </dgm:spPr>
      <dgm:t>
        <a:bodyPr/>
        <a:lstStyle/>
        <a:p>
          <a:pPr rtl="0"/>
          <a:r>
            <a:rPr lang="en-US" sz="2400" dirty="0">
              <a:solidFill>
                <a:schemeClr val="bg1"/>
              </a:solidFill>
              <a:latin typeface="Times New Roman" panose="02020603050405020304" pitchFamily="18" charset="0"/>
              <a:cs typeface="Times New Roman" panose="02020603050405020304" pitchFamily="18" charset="0"/>
            </a:rPr>
            <a:t>It documents the war and abuses using interviews, photos, videos and legal analysis, but it does not provide an open platform for users to publish their own stories.</a:t>
          </a:r>
        </a:p>
      </dgm:t>
    </dgm:pt>
    <dgm:pt modelId="{457A5F1C-EBA9-8B41-92DB-8C1E5379193E}" type="parTrans" cxnId="{9ABC212D-D8BD-B746-9927-89200AEC962C}">
      <dgm:prSet/>
      <dgm:spPr/>
      <dgm:t>
        <a:bodyPr/>
        <a:lstStyle/>
        <a:p>
          <a:endParaRPr lang="en-US"/>
        </a:p>
      </dgm:t>
    </dgm:pt>
    <dgm:pt modelId="{74F7A6E6-D3CB-2948-9C3F-C5908812709B}" type="sibTrans" cxnId="{9ABC212D-D8BD-B746-9927-89200AEC962C}">
      <dgm:prSet/>
      <dgm:spPr/>
      <dgm:t>
        <a:bodyPr/>
        <a:lstStyle/>
        <a:p>
          <a:endParaRPr lang="en-US"/>
        </a:p>
      </dgm:t>
    </dgm:pt>
    <dgm:pt modelId="{5F760541-B1EE-6549-9B5E-8F74DD068364}" type="pres">
      <dgm:prSet presAssocID="{9CD968E2-8D16-7843-8E4D-E8DF52B414E3}" presName="Name0" presStyleCnt="0">
        <dgm:presLayoutVars>
          <dgm:dir/>
          <dgm:animLvl val="lvl"/>
          <dgm:resizeHandles val="exact"/>
        </dgm:presLayoutVars>
      </dgm:prSet>
      <dgm:spPr/>
    </dgm:pt>
    <dgm:pt modelId="{CB448EF7-18EA-6F4A-A366-E103D47AB55B}" type="pres">
      <dgm:prSet presAssocID="{0E7C1D59-4273-684D-868F-7DDB2905649B}" presName="linNode" presStyleCnt="0"/>
      <dgm:spPr/>
    </dgm:pt>
    <dgm:pt modelId="{C48A75B2-6957-BF41-9BAB-CFC43EDBF156}" type="pres">
      <dgm:prSet presAssocID="{0E7C1D59-4273-684D-868F-7DDB2905649B}" presName="bgOutline" presStyleLbl="fgAcc1" presStyleIdx="0" presStyleCnt="2"/>
      <dgm:spPr/>
    </dgm:pt>
    <dgm:pt modelId="{558453C0-3176-A14E-90A2-E0A10B821790}" type="pres">
      <dgm:prSet presAssocID="{0E7C1D59-4273-684D-868F-7DDB2905649B}" presName="parentText" presStyleLbl="alignNode1" presStyleIdx="0" presStyleCnt="2">
        <dgm:presLayoutVars>
          <dgm:chMax val="1"/>
          <dgm:bulletEnabled/>
        </dgm:presLayoutVars>
      </dgm:prSet>
      <dgm:spPr/>
    </dgm:pt>
    <dgm:pt modelId="{4634B725-270D-B141-92C2-C106B4E13CED}" type="pres">
      <dgm:prSet presAssocID="{0E7C1D59-4273-684D-868F-7DDB2905649B}" presName="descendantText" presStyleLbl="revTx" presStyleIdx="0" presStyleCnt="0">
        <dgm:presLayoutVars>
          <dgm:bulletEnabled/>
        </dgm:presLayoutVars>
      </dgm:prSet>
      <dgm:spPr/>
    </dgm:pt>
    <dgm:pt modelId="{0257F634-9F7D-AE47-B603-EC04148B0E28}" type="pres">
      <dgm:prSet presAssocID="{462C1A20-44C7-2049-A143-A575AA9CB473}" presName="sp" presStyleCnt="0"/>
      <dgm:spPr/>
    </dgm:pt>
    <dgm:pt modelId="{30666E5C-B5C9-3342-871E-BB95ADF41F59}" type="pres">
      <dgm:prSet presAssocID="{25448FC8-899B-4F4D-8695-CFB85D32AD5A}" presName="linNode" presStyleCnt="0"/>
      <dgm:spPr/>
    </dgm:pt>
    <dgm:pt modelId="{970C8950-F3A2-1B44-92C4-829DF08286F3}" type="pres">
      <dgm:prSet presAssocID="{25448FC8-899B-4F4D-8695-CFB85D32AD5A}" presName="bgOutline" presStyleLbl="fgAcc1" presStyleIdx="1" presStyleCnt="2"/>
      <dgm:spPr/>
    </dgm:pt>
    <dgm:pt modelId="{FF9AC012-8D4B-0A49-9C99-F1A786B54CB4}" type="pres">
      <dgm:prSet presAssocID="{25448FC8-899B-4F4D-8695-CFB85D32AD5A}" presName="parentText" presStyleLbl="alignNode1" presStyleIdx="1" presStyleCnt="2">
        <dgm:presLayoutVars>
          <dgm:chMax val="1"/>
          <dgm:bulletEnabled/>
        </dgm:presLayoutVars>
      </dgm:prSet>
      <dgm:spPr/>
    </dgm:pt>
    <dgm:pt modelId="{8A4E747C-6FF3-F24D-A1E2-CA9B872A6C7C}" type="pres">
      <dgm:prSet presAssocID="{25448FC8-899B-4F4D-8695-CFB85D32AD5A}" presName="descendantText" presStyleLbl="revTx" presStyleIdx="0" presStyleCnt="0">
        <dgm:presLayoutVars>
          <dgm:bulletEnabled/>
        </dgm:presLayoutVars>
      </dgm:prSet>
      <dgm:spPr/>
    </dgm:pt>
  </dgm:ptLst>
  <dgm:cxnLst>
    <dgm:cxn modelId="{0DA7920D-09FB-E849-90FD-91A2C7E31370}" type="presOf" srcId="{3774E98C-6FFB-C84F-B3BA-C2099F72FEBD}" destId="{8A4E747C-6FF3-F24D-A1E2-CA9B872A6C7C}" srcOrd="0" destOrd="0" presId="urn:microsoft.com/office/officeart/2024/layout/VerticalActionList"/>
    <dgm:cxn modelId="{B0276A12-EC78-8D48-A4CC-4FADC6C63AB1}" type="presOf" srcId="{0E7C1D59-4273-684D-868F-7DDB2905649B}" destId="{558453C0-3176-A14E-90A2-E0A10B821790}" srcOrd="1" destOrd="0" presId="urn:microsoft.com/office/officeart/2024/layout/VerticalActionList"/>
    <dgm:cxn modelId="{F06D5A21-4FE4-BE45-8BF1-CA2C7A724C38}" type="presOf" srcId="{9CD968E2-8D16-7843-8E4D-E8DF52B414E3}" destId="{5F760541-B1EE-6549-9B5E-8F74DD068364}" srcOrd="0" destOrd="0" presId="urn:microsoft.com/office/officeart/2024/layout/VerticalActionList"/>
    <dgm:cxn modelId="{C0687C24-B310-4840-BAE7-ED386DC24267}" srcId="{9CD968E2-8D16-7843-8E4D-E8DF52B414E3}" destId="{0E7C1D59-4273-684D-868F-7DDB2905649B}" srcOrd="0" destOrd="0" parTransId="{89EA858D-4E97-7644-8B76-4B3D4C9865C9}" sibTransId="{462C1A20-44C7-2049-A143-A575AA9CB473}"/>
    <dgm:cxn modelId="{9ABC212D-D8BD-B746-9927-89200AEC962C}" srcId="{25448FC8-899B-4F4D-8695-CFB85D32AD5A}" destId="{3774E98C-6FFB-C84F-B3BA-C2099F72FEBD}" srcOrd="0" destOrd="0" parTransId="{457A5F1C-EBA9-8B41-92DB-8C1E5379193E}" sibTransId="{74F7A6E6-D3CB-2948-9C3F-C5908812709B}"/>
    <dgm:cxn modelId="{58FB4867-23F3-C147-83F7-E73D1C34C4C1}" srcId="{9CD968E2-8D16-7843-8E4D-E8DF52B414E3}" destId="{25448FC8-899B-4F4D-8695-CFB85D32AD5A}" srcOrd="1" destOrd="0" parTransId="{42270A2B-0151-C248-9F7B-AF30AB7067F4}" sibTransId="{38BB3417-2C0F-CA4E-AC8E-060EBA796A3C}"/>
    <dgm:cxn modelId="{5C75A79F-44F4-324B-8D07-F16097B86587}" srcId="{0E7C1D59-4273-684D-868F-7DDB2905649B}" destId="{D9FAABEF-C968-9F4E-B2A7-8830901DE536}" srcOrd="0" destOrd="0" parTransId="{147C04A3-64C5-354E-B84E-06F9511E6C81}" sibTransId="{7039B789-A23C-0840-96B4-78AFA0BB4593}"/>
    <dgm:cxn modelId="{4CA772DD-104E-6345-A6D9-79FA8430CE36}" type="presOf" srcId="{25448FC8-899B-4F4D-8695-CFB85D32AD5A}" destId="{970C8950-F3A2-1B44-92C4-829DF08286F3}" srcOrd="0" destOrd="0" presId="urn:microsoft.com/office/officeart/2024/layout/VerticalActionList"/>
    <dgm:cxn modelId="{071116E5-1AA9-0347-8D64-44E7B23BF5FD}" type="presOf" srcId="{25448FC8-899B-4F4D-8695-CFB85D32AD5A}" destId="{FF9AC012-8D4B-0A49-9C99-F1A786B54CB4}" srcOrd="1" destOrd="0" presId="urn:microsoft.com/office/officeart/2024/layout/VerticalActionList"/>
    <dgm:cxn modelId="{40BB27E9-CBE4-334D-940F-C15ADD977A8D}" type="presOf" srcId="{D9FAABEF-C968-9F4E-B2A7-8830901DE536}" destId="{4634B725-270D-B141-92C2-C106B4E13CED}" srcOrd="0" destOrd="0" presId="urn:microsoft.com/office/officeart/2024/layout/VerticalActionList"/>
    <dgm:cxn modelId="{AE2714FE-A939-BD40-B103-3386C62AAFE4}" type="presOf" srcId="{0E7C1D59-4273-684D-868F-7DDB2905649B}" destId="{C48A75B2-6957-BF41-9BAB-CFC43EDBF156}" srcOrd="0" destOrd="0" presId="urn:microsoft.com/office/officeart/2024/layout/VerticalActionList"/>
    <dgm:cxn modelId="{E89218F0-5686-BB4A-AC21-3E225802D64F}" type="presParOf" srcId="{5F760541-B1EE-6549-9B5E-8F74DD068364}" destId="{CB448EF7-18EA-6F4A-A366-E103D47AB55B}" srcOrd="0" destOrd="0" presId="urn:microsoft.com/office/officeart/2024/layout/VerticalActionList"/>
    <dgm:cxn modelId="{80A04C47-9BD6-4F48-8987-B001D273D09A}" type="presParOf" srcId="{CB448EF7-18EA-6F4A-A366-E103D47AB55B}" destId="{C48A75B2-6957-BF41-9BAB-CFC43EDBF156}" srcOrd="0" destOrd="0" presId="urn:microsoft.com/office/officeart/2024/layout/VerticalActionList"/>
    <dgm:cxn modelId="{424896E7-8B10-984D-8279-C727FEEAD166}" type="presParOf" srcId="{CB448EF7-18EA-6F4A-A366-E103D47AB55B}" destId="{558453C0-3176-A14E-90A2-E0A10B821790}" srcOrd="1" destOrd="0" presId="urn:microsoft.com/office/officeart/2024/layout/VerticalActionList"/>
    <dgm:cxn modelId="{5A0F7BE3-72D0-3A40-9A31-93E5741C5B3D}" type="presParOf" srcId="{CB448EF7-18EA-6F4A-A366-E103D47AB55B}" destId="{4634B725-270D-B141-92C2-C106B4E13CED}" srcOrd="2" destOrd="0" presId="urn:microsoft.com/office/officeart/2024/layout/VerticalActionList"/>
    <dgm:cxn modelId="{57A02A28-D01D-7448-8F2F-90DE6AABE5C1}" type="presParOf" srcId="{5F760541-B1EE-6549-9B5E-8F74DD068364}" destId="{0257F634-9F7D-AE47-B603-EC04148B0E28}" srcOrd="1" destOrd="0" presId="urn:microsoft.com/office/officeart/2024/layout/VerticalActionList"/>
    <dgm:cxn modelId="{355C4AEE-9195-8C4C-AC0A-9A30C7EA42F8}" type="presParOf" srcId="{5F760541-B1EE-6549-9B5E-8F74DD068364}" destId="{30666E5C-B5C9-3342-871E-BB95ADF41F59}" srcOrd="2" destOrd="0" presId="urn:microsoft.com/office/officeart/2024/layout/VerticalActionList"/>
    <dgm:cxn modelId="{878038E6-DDBB-3242-8D67-64906D66FD45}" type="presParOf" srcId="{30666E5C-B5C9-3342-871E-BB95ADF41F59}" destId="{970C8950-F3A2-1B44-92C4-829DF08286F3}" srcOrd="0" destOrd="0" presId="urn:microsoft.com/office/officeart/2024/layout/VerticalActionList"/>
    <dgm:cxn modelId="{79C4EDA8-6708-3345-BEFF-EFF1E0D28074}" type="presParOf" srcId="{30666E5C-B5C9-3342-871E-BB95ADF41F59}" destId="{FF9AC012-8D4B-0A49-9C99-F1A786B54CB4}" srcOrd="1" destOrd="0" presId="urn:microsoft.com/office/officeart/2024/layout/VerticalActionList"/>
    <dgm:cxn modelId="{D106837E-B21C-B540-BC4A-AD1BF53F43D7}" type="presParOf" srcId="{30666E5C-B5C9-3342-871E-BB95ADF41F59}" destId="{8A4E747C-6FF3-F24D-A1E2-CA9B872A6C7C}" srcOrd="2" destOrd="0" presId="urn:microsoft.com/office/officeart/2024/layout/VerticalAc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82E1C64-D1F0-B542-A502-7925CAC254B8}" type="doc">
      <dgm:prSet loTypeId="urn:microsoft.com/office/officeart/2005/8/layout/target3" loCatId="" qsTypeId="urn:microsoft.com/office/officeart/2005/8/quickstyle/3d3" qsCatId="3D" csTypeId="urn:microsoft.com/office/officeart/2005/8/colors/colorful3" csCatId="colorful" phldr="1"/>
      <dgm:spPr/>
      <dgm:t>
        <a:bodyPr/>
        <a:lstStyle/>
        <a:p>
          <a:endParaRPr lang="en-US"/>
        </a:p>
      </dgm:t>
    </dgm:pt>
    <dgm:pt modelId="{1ACC79EA-DF71-5C40-86BF-44266E09EBA3}">
      <dgm:prSet phldrT="[Text]"/>
      <dgm:spPr>
        <a:solidFill>
          <a:schemeClr val="bg1">
            <a:alpha val="90000"/>
          </a:schemeClr>
        </a:solidFill>
      </dgm:spPr>
      <dgm:t>
        <a:bodyPr/>
        <a:lstStyle/>
        <a:p>
          <a:pPr rtl="0"/>
          <a:r>
            <a:rPr lang="en-US" dirty="0">
              <a:latin typeface="Times New Roman" panose="02020603050405020304" pitchFamily="18" charset="0"/>
              <a:cs typeface="Times New Roman" panose="02020603050405020304" pitchFamily="18" charset="0"/>
            </a:rPr>
            <a:t>Frontend</a:t>
          </a:r>
        </a:p>
      </dgm:t>
    </dgm:pt>
    <dgm:pt modelId="{2F65234C-3BF5-2543-B4FE-C04CFE290389}" type="parTrans" cxnId="{91D9BFD2-1B2E-E74B-98F1-0ACE5AB538F9}">
      <dgm:prSet/>
      <dgm:spPr/>
      <dgm:t>
        <a:bodyPr/>
        <a:lstStyle/>
        <a:p>
          <a:endParaRPr lang="en-US"/>
        </a:p>
      </dgm:t>
    </dgm:pt>
    <dgm:pt modelId="{800767BD-956F-DA4E-9213-3C1C5F4B403F}" type="sibTrans" cxnId="{91D9BFD2-1B2E-E74B-98F1-0ACE5AB538F9}">
      <dgm:prSet/>
      <dgm:spPr/>
      <dgm:t>
        <a:bodyPr/>
        <a:lstStyle/>
        <a:p>
          <a:endParaRPr lang="en-US"/>
        </a:p>
      </dgm:t>
    </dgm:pt>
    <dgm:pt modelId="{D204E838-2E0B-994A-8C2C-575B7F15C4EC}">
      <dgm:prSet phldrT="[Text]" custT="1"/>
      <dgm:spPr/>
      <dgm:t>
        <a:bodyPr/>
        <a:lstStyle/>
        <a:p>
          <a:pPr rtl="0"/>
          <a:r>
            <a:rPr lang="en-US" sz="2000" dirty="0">
              <a:latin typeface="Times New Roman" panose="02020603050405020304" pitchFamily="18" charset="0"/>
              <a:cs typeface="Times New Roman" panose="02020603050405020304" pitchFamily="18" charset="0"/>
            </a:rPr>
            <a:t>HTML5</a:t>
          </a:r>
        </a:p>
      </dgm:t>
    </dgm:pt>
    <dgm:pt modelId="{AC7887D0-C398-5A4F-9763-70C9499FE4D9}" type="parTrans" cxnId="{6F8D09F3-F860-AB49-BB84-C8F1973B4B5C}">
      <dgm:prSet/>
      <dgm:spPr/>
      <dgm:t>
        <a:bodyPr/>
        <a:lstStyle/>
        <a:p>
          <a:endParaRPr lang="en-US"/>
        </a:p>
      </dgm:t>
    </dgm:pt>
    <dgm:pt modelId="{26348718-EFA4-984C-850B-3689A8AA4B37}" type="sibTrans" cxnId="{6F8D09F3-F860-AB49-BB84-C8F1973B4B5C}">
      <dgm:prSet/>
      <dgm:spPr/>
      <dgm:t>
        <a:bodyPr/>
        <a:lstStyle/>
        <a:p>
          <a:endParaRPr lang="en-US"/>
        </a:p>
      </dgm:t>
    </dgm:pt>
    <dgm:pt modelId="{90BA5D1F-ACFE-4949-BC47-54B060F33AEA}">
      <dgm:prSet phldrT="[Text]" custT="1"/>
      <dgm:spPr/>
      <dgm:t>
        <a:bodyPr/>
        <a:lstStyle/>
        <a:p>
          <a:pPr rtl="0"/>
          <a:r>
            <a:rPr lang="en-US" sz="2000" dirty="0">
              <a:latin typeface="Times New Roman" panose="02020603050405020304" pitchFamily="18" charset="0"/>
              <a:cs typeface="Times New Roman" panose="02020603050405020304" pitchFamily="18" charset="0"/>
            </a:rPr>
            <a:t>CSS3</a:t>
          </a:r>
        </a:p>
      </dgm:t>
    </dgm:pt>
    <dgm:pt modelId="{D31F9638-BDED-7748-B7F2-AA461F084A54}" type="parTrans" cxnId="{1667D7A0-CB89-9240-8D43-A734952C828D}">
      <dgm:prSet/>
      <dgm:spPr/>
      <dgm:t>
        <a:bodyPr/>
        <a:lstStyle/>
        <a:p>
          <a:endParaRPr lang="en-US"/>
        </a:p>
      </dgm:t>
    </dgm:pt>
    <dgm:pt modelId="{36AD245B-F866-D743-9100-545355ABF295}" type="sibTrans" cxnId="{1667D7A0-CB89-9240-8D43-A734952C828D}">
      <dgm:prSet/>
      <dgm:spPr/>
      <dgm:t>
        <a:bodyPr/>
        <a:lstStyle/>
        <a:p>
          <a:endParaRPr lang="en-US"/>
        </a:p>
      </dgm:t>
    </dgm:pt>
    <dgm:pt modelId="{6D43C579-8533-9B48-8A1C-04D5637F5D09}">
      <dgm:prSet phldrT="[Text]" custT="1"/>
      <dgm:spPr>
        <a:solidFill>
          <a:schemeClr val="tx1">
            <a:alpha val="90000"/>
          </a:schemeClr>
        </a:solidFill>
      </dgm:spPr>
      <dgm:t>
        <a:bodyPr/>
        <a:lstStyle/>
        <a:p>
          <a:pPr rtl="0"/>
          <a:r>
            <a:rPr lang="en-US" sz="4000" b="1" dirty="0">
              <a:solidFill>
                <a:schemeClr val="bg1"/>
              </a:solidFill>
              <a:latin typeface="Times New Roman" panose="02020603050405020304" pitchFamily="18" charset="0"/>
              <a:cs typeface="Times New Roman" panose="02020603050405020304" pitchFamily="18" charset="0"/>
            </a:rPr>
            <a:t>Backend &amp; </a:t>
          </a:r>
        </a:p>
        <a:p>
          <a:pPr rtl="0"/>
          <a:r>
            <a:rPr lang="en-US" sz="4000" b="1" dirty="0">
              <a:solidFill>
                <a:schemeClr val="bg1"/>
              </a:solidFill>
              <a:latin typeface="Times New Roman" panose="02020603050405020304" pitchFamily="18" charset="0"/>
              <a:cs typeface="Times New Roman" panose="02020603050405020304" pitchFamily="18" charset="0"/>
            </a:rPr>
            <a:t>DB</a:t>
          </a:r>
        </a:p>
      </dgm:t>
    </dgm:pt>
    <dgm:pt modelId="{943CD45B-094C-5247-90B0-F20617D52520}" type="parTrans" cxnId="{5C3089B1-ACF7-8B4D-B6AE-052CE8C3E9B1}">
      <dgm:prSet/>
      <dgm:spPr/>
      <dgm:t>
        <a:bodyPr/>
        <a:lstStyle/>
        <a:p>
          <a:endParaRPr lang="en-US"/>
        </a:p>
      </dgm:t>
    </dgm:pt>
    <dgm:pt modelId="{A8935D53-124E-D249-87F7-93CEFF599A30}" type="sibTrans" cxnId="{5C3089B1-ACF7-8B4D-B6AE-052CE8C3E9B1}">
      <dgm:prSet/>
      <dgm:spPr/>
      <dgm:t>
        <a:bodyPr/>
        <a:lstStyle/>
        <a:p>
          <a:endParaRPr lang="en-US"/>
        </a:p>
      </dgm:t>
    </dgm:pt>
    <dgm:pt modelId="{C0A97B51-FEA8-5B4E-92CD-82FE45CD9407}">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PHP</a:t>
          </a:r>
        </a:p>
      </dgm:t>
    </dgm:pt>
    <dgm:pt modelId="{976E2493-504F-5D43-9081-2E42CD3725D1}" type="parTrans" cxnId="{53FD5DD6-B59F-3941-B77A-0F913286215E}">
      <dgm:prSet/>
      <dgm:spPr/>
      <dgm:t>
        <a:bodyPr/>
        <a:lstStyle/>
        <a:p>
          <a:endParaRPr lang="en-US"/>
        </a:p>
      </dgm:t>
    </dgm:pt>
    <dgm:pt modelId="{FE7B49C1-AB75-2B4B-8F30-1DC0095FF57A}" type="sibTrans" cxnId="{53FD5DD6-B59F-3941-B77A-0F913286215E}">
      <dgm:prSet/>
      <dgm:spPr/>
      <dgm:t>
        <a:bodyPr/>
        <a:lstStyle/>
        <a:p>
          <a:endParaRPr lang="en-US"/>
        </a:p>
      </dgm:t>
    </dgm:pt>
    <dgm:pt modelId="{98C2E971-1956-B54B-AFB3-BBBE5226305C}">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MySQL</a:t>
          </a:r>
        </a:p>
      </dgm:t>
    </dgm:pt>
    <dgm:pt modelId="{659A0691-7D42-D849-BB18-E8ABC0025083}" type="parTrans" cxnId="{116E6E92-96E7-A84C-AE19-97FAC0E1C1DF}">
      <dgm:prSet/>
      <dgm:spPr/>
      <dgm:t>
        <a:bodyPr/>
        <a:lstStyle/>
        <a:p>
          <a:endParaRPr lang="en-US"/>
        </a:p>
      </dgm:t>
    </dgm:pt>
    <dgm:pt modelId="{FD16B1E0-18EC-F34E-B3B8-E14FDA142EA7}" type="sibTrans" cxnId="{116E6E92-96E7-A84C-AE19-97FAC0E1C1DF}">
      <dgm:prSet/>
      <dgm:spPr/>
      <dgm:t>
        <a:bodyPr/>
        <a:lstStyle/>
        <a:p>
          <a:endParaRPr lang="en-US"/>
        </a:p>
      </dgm:t>
    </dgm:pt>
    <dgm:pt modelId="{2E186E7E-B0A2-5C45-9CCB-ADA4EC61146F}">
      <dgm:prSet phldrT="[Text]" custT="1"/>
      <dgm:spPr>
        <a:solidFill>
          <a:srgbClr val="B42632"/>
        </a:solidFill>
      </dgm:spPr>
      <dgm:t>
        <a:bodyPr/>
        <a:lstStyle/>
        <a:p>
          <a:pPr rtl="0"/>
          <a:r>
            <a:rPr lang="en-US" sz="4400" b="1" dirty="0">
              <a:solidFill>
                <a:schemeClr val="bg1"/>
              </a:solidFill>
              <a:latin typeface="Times New Roman" panose="02020603050405020304" pitchFamily="18" charset="0"/>
              <a:cs typeface="Times New Roman" panose="02020603050405020304" pitchFamily="18" charset="0"/>
            </a:rPr>
            <a:t>Design &amp; Media</a:t>
          </a:r>
        </a:p>
      </dgm:t>
    </dgm:pt>
    <dgm:pt modelId="{BBAD85C6-8CCA-8146-9D44-CED3035A78CA}" type="parTrans" cxnId="{93BD9AC1-F030-A643-B2E3-51BAC34AD59C}">
      <dgm:prSet/>
      <dgm:spPr/>
      <dgm:t>
        <a:bodyPr/>
        <a:lstStyle/>
        <a:p>
          <a:endParaRPr lang="en-US"/>
        </a:p>
      </dgm:t>
    </dgm:pt>
    <dgm:pt modelId="{392EFBF1-B7D0-AE4B-AFFD-EFE53E2371CE}" type="sibTrans" cxnId="{93BD9AC1-F030-A643-B2E3-51BAC34AD59C}">
      <dgm:prSet/>
      <dgm:spPr/>
      <dgm:t>
        <a:bodyPr/>
        <a:lstStyle/>
        <a:p>
          <a:endParaRPr lang="en-US"/>
        </a:p>
      </dgm:t>
    </dgm:pt>
    <dgm:pt modelId="{E2FE15D4-B5D1-224F-9352-2BFEFB8E11EC}">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Figma</a:t>
          </a:r>
        </a:p>
      </dgm:t>
    </dgm:pt>
    <dgm:pt modelId="{60712A1B-A340-6F43-8B9B-B47811223378}" type="parTrans" cxnId="{13CC6185-F288-1B4B-8A3C-B71733847C43}">
      <dgm:prSet/>
      <dgm:spPr/>
      <dgm:t>
        <a:bodyPr/>
        <a:lstStyle/>
        <a:p>
          <a:endParaRPr lang="en-US"/>
        </a:p>
      </dgm:t>
    </dgm:pt>
    <dgm:pt modelId="{77F40522-97E8-9940-8526-0F500802F008}" type="sibTrans" cxnId="{13CC6185-F288-1B4B-8A3C-B71733847C43}">
      <dgm:prSet/>
      <dgm:spPr/>
      <dgm:t>
        <a:bodyPr/>
        <a:lstStyle/>
        <a:p>
          <a:endParaRPr lang="en-US"/>
        </a:p>
      </dgm:t>
    </dgm:pt>
    <dgm:pt modelId="{3302FD8C-9FBD-D048-BEDC-055326A0CD67}">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Adobe Photoshop.</a:t>
          </a:r>
        </a:p>
      </dgm:t>
    </dgm:pt>
    <dgm:pt modelId="{20548987-5362-C445-8729-FD010F14EBB3}" type="parTrans" cxnId="{657E86E8-A0D3-1E42-9B09-696B7DCB3777}">
      <dgm:prSet/>
      <dgm:spPr/>
      <dgm:t>
        <a:bodyPr/>
        <a:lstStyle/>
        <a:p>
          <a:endParaRPr lang="en-US"/>
        </a:p>
      </dgm:t>
    </dgm:pt>
    <dgm:pt modelId="{DA508016-D997-1E4B-A723-5DF4E31C7475}" type="sibTrans" cxnId="{657E86E8-A0D3-1E42-9B09-696B7DCB3777}">
      <dgm:prSet/>
      <dgm:spPr/>
      <dgm:t>
        <a:bodyPr/>
        <a:lstStyle/>
        <a:p>
          <a:endParaRPr lang="en-US"/>
        </a:p>
      </dgm:t>
    </dgm:pt>
    <dgm:pt modelId="{1AF593BF-203B-8C41-A44E-4677B56B8558}">
      <dgm:prSet phldrT="[Text]" custT="1"/>
      <dgm:spPr/>
      <dgm:t>
        <a:bodyPr/>
        <a:lstStyle/>
        <a:p>
          <a:pPr rtl="0"/>
          <a:r>
            <a:rPr lang="en-US" sz="2000" dirty="0">
              <a:latin typeface="Times New Roman" panose="02020603050405020304" pitchFamily="18" charset="0"/>
              <a:cs typeface="Times New Roman" panose="02020603050405020304" pitchFamily="18" charset="0"/>
            </a:rPr>
            <a:t>Bootstrap 5</a:t>
          </a:r>
        </a:p>
      </dgm:t>
    </dgm:pt>
    <dgm:pt modelId="{5C290E21-730C-6041-BA20-D45D125BAEEA}" type="parTrans" cxnId="{DC9EE5F5-E848-1D40-9834-BBB037A4E2B9}">
      <dgm:prSet/>
      <dgm:spPr/>
      <dgm:t>
        <a:bodyPr/>
        <a:lstStyle/>
        <a:p>
          <a:endParaRPr lang="en-US"/>
        </a:p>
      </dgm:t>
    </dgm:pt>
    <dgm:pt modelId="{195F3DDB-5D9F-8446-B4B6-8626AE113FB9}" type="sibTrans" cxnId="{DC9EE5F5-E848-1D40-9834-BBB037A4E2B9}">
      <dgm:prSet/>
      <dgm:spPr/>
      <dgm:t>
        <a:bodyPr/>
        <a:lstStyle/>
        <a:p>
          <a:endParaRPr lang="en-US"/>
        </a:p>
      </dgm:t>
    </dgm:pt>
    <dgm:pt modelId="{019B6DE5-3EDB-EE48-BE68-AEE00EE486DC}">
      <dgm:prSet phldrT="[Text]" custT="1"/>
      <dgm:spPr/>
      <dgm:t>
        <a:bodyPr/>
        <a:lstStyle/>
        <a:p>
          <a:pPr rtl="0"/>
          <a:r>
            <a:rPr lang="en-US" sz="2000" dirty="0">
              <a:latin typeface="Times New Roman" panose="02020603050405020304" pitchFamily="18" charset="0"/>
              <a:cs typeface="Times New Roman" panose="02020603050405020304" pitchFamily="18" charset="0"/>
            </a:rPr>
            <a:t>JavaScript</a:t>
          </a:r>
        </a:p>
      </dgm:t>
    </dgm:pt>
    <dgm:pt modelId="{FCD30A2A-6F20-F34E-B14C-32B6583373E1}" type="parTrans" cxnId="{D1957DCA-6544-D248-8B39-052D05B324A8}">
      <dgm:prSet/>
      <dgm:spPr/>
      <dgm:t>
        <a:bodyPr/>
        <a:lstStyle/>
        <a:p>
          <a:endParaRPr lang="en-US"/>
        </a:p>
      </dgm:t>
    </dgm:pt>
    <dgm:pt modelId="{24F57519-EF91-344A-9D25-FA6D9272700E}" type="sibTrans" cxnId="{D1957DCA-6544-D248-8B39-052D05B324A8}">
      <dgm:prSet/>
      <dgm:spPr/>
      <dgm:t>
        <a:bodyPr/>
        <a:lstStyle/>
        <a:p>
          <a:endParaRPr lang="en-US"/>
        </a:p>
      </dgm:t>
    </dgm:pt>
    <dgm:pt modelId="{BCC4C4E8-8F29-A34A-AF0D-C495FC969B3C}">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PhpMyAdmin</a:t>
          </a:r>
        </a:p>
      </dgm:t>
    </dgm:pt>
    <dgm:pt modelId="{D82E99C5-AB42-D446-B010-03A853590DF9}" type="parTrans" cxnId="{5E1462D6-E854-5747-B91A-276A21FAFD2D}">
      <dgm:prSet/>
      <dgm:spPr/>
      <dgm:t>
        <a:bodyPr/>
        <a:lstStyle/>
        <a:p>
          <a:endParaRPr lang="en-US"/>
        </a:p>
      </dgm:t>
    </dgm:pt>
    <dgm:pt modelId="{A9DA4BC2-1950-1942-92FD-C1A1FB8D6ECF}" type="sibTrans" cxnId="{5E1462D6-E854-5747-B91A-276A21FAFD2D}">
      <dgm:prSet/>
      <dgm:spPr/>
      <dgm:t>
        <a:bodyPr/>
        <a:lstStyle/>
        <a:p>
          <a:endParaRPr lang="en-US"/>
        </a:p>
      </dgm:t>
    </dgm:pt>
    <dgm:pt modelId="{EE751CAB-3E83-6646-B3EB-7C6CB3CA93DE}">
      <dgm:prSet phldrT="[Text]"/>
      <dgm:spPr/>
      <dgm:t>
        <a:bodyPr/>
        <a:lstStyle/>
        <a:p>
          <a:pPr rtl="0"/>
          <a:endParaRPr lang="en-US" sz="1800" dirty="0"/>
        </a:p>
      </dgm:t>
    </dgm:pt>
    <dgm:pt modelId="{E1790153-76DE-874B-9628-9407126EC19F}" type="parTrans" cxnId="{B6655978-ED66-9341-A08B-DBB14360A72C}">
      <dgm:prSet/>
      <dgm:spPr/>
      <dgm:t>
        <a:bodyPr/>
        <a:lstStyle/>
        <a:p>
          <a:endParaRPr lang="en-US"/>
        </a:p>
      </dgm:t>
    </dgm:pt>
    <dgm:pt modelId="{4D547316-781B-9C4C-AC8E-CF79AF5841E6}" type="sibTrans" cxnId="{B6655978-ED66-9341-A08B-DBB14360A72C}">
      <dgm:prSet/>
      <dgm:spPr/>
      <dgm:t>
        <a:bodyPr/>
        <a:lstStyle/>
        <a:p>
          <a:endParaRPr lang="en-US"/>
        </a:p>
      </dgm:t>
    </dgm:pt>
    <dgm:pt modelId="{67E9B353-539D-0047-B47D-341C1E51D85E}">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XAMPP </a:t>
          </a:r>
        </a:p>
      </dgm:t>
    </dgm:pt>
    <dgm:pt modelId="{BD772B31-E011-0548-BB00-D6B15CC3F65E}" type="parTrans" cxnId="{ACE2569E-BBF5-D14F-9C53-B6FA1583748E}">
      <dgm:prSet/>
      <dgm:spPr/>
      <dgm:t>
        <a:bodyPr/>
        <a:lstStyle/>
        <a:p>
          <a:endParaRPr lang="en-US"/>
        </a:p>
      </dgm:t>
    </dgm:pt>
    <dgm:pt modelId="{DDC0DD79-DD4A-714E-8F4F-C6A9E937D625}" type="sibTrans" cxnId="{ACE2569E-BBF5-D14F-9C53-B6FA1583748E}">
      <dgm:prSet/>
      <dgm:spPr/>
      <dgm:t>
        <a:bodyPr/>
        <a:lstStyle/>
        <a:p>
          <a:endParaRPr lang="en-US"/>
        </a:p>
      </dgm:t>
    </dgm:pt>
    <dgm:pt modelId="{7A4B15BA-B0AF-5C40-BF62-80430DF8BAF2}">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Adobe Illustrator.</a:t>
          </a:r>
        </a:p>
      </dgm:t>
    </dgm:pt>
    <dgm:pt modelId="{B9EB9417-CBA5-DC48-B740-DE7778C05FBF}" type="parTrans" cxnId="{CA05770F-4FDE-FE47-9376-98B842D1AC58}">
      <dgm:prSet/>
      <dgm:spPr/>
      <dgm:t>
        <a:bodyPr/>
        <a:lstStyle/>
        <a:p>
          <a:endParaRPr lang="en-US"/>
        </a:p>
      </dgm:t>
    </dgm:pt>
    <dgm:pt modelId="{F3A2DCA9-B382-5E44-9254-A346482666C8}" type="sibTrans" cxnId="{CA05770F-4FDE-FE47-9376-98B842D1AC58}">
      <dgm:prSet/>
      <dgm:spPr/>
      <dgm:t>
        <a:bodyPr/>
        <a:lstStyle/>
        <a:p>
          <a:endParaRPr lang="en-US"/>
        </a:p>
      </dgm:t>
    </dgm:pt>
    <dgm:pt modelId="{2245CB5C-9184-DB4E-877D-A4AE35631FE0}">
      <dgm:prSet phldrT="[Text]" custT="1"/>
      <dgm:spPr/>
      <dgm:t>
        <a:bodyPr/>
        <a:lstStyle/>
        <a:p>
          <a:pPr rtl="0"/>
          <a:r>
            <a:rPr lang="en-US" sz="2000" dirty="0">
              <a:solidFill>
                <a:schemeClr val="bg1"/>
              </a:solidFill>
              <a:latin typeface="Times New Roman" panose="02020603050405020304" pitchFamily="18" charset="0"/>
              <a:cs typeface="Times New Roman" panose="02020603050405020304" pitchFamily="18" charset="0"/>
            </a:rPr>
            <a:t>Adobe After Effect.</a:t>
          </a:r>
        </a:p>
      </dgm:t>
    </dgm:pt>
    <dgm:pt modelId="{6B27E7F0-4A25-7041-A5B8-E1EEB4BC4450}" type="parTrans" cxnId="{597F19A7-34BF-324E-B189-FCC32C738BAE}">
      <dgm:prSet/>
      <dgm:spPr/>
      <dgm:t>
        <a:bodyPr/>
        <a:lstStyle/>
        <a:p>
          <a:endParaRPr lang="en-US"/>
        </a:p>
      </dgm:t>
    </dgm:pt>
    <dgm:pt modelId="{502A958F-80EF-9447-B330-7E86FC2D44F6}" type="sibTrans" cxnId="{597F19A7-34BF-324E-B189-FCC32C738BAE}">
      <dgm:prSet/>
      <dgm:spPr/>
      <dgm:t>
        <a:bodyPr/>
        <a:lstStyle/>
        <a:p>
          <a:endParaRPr lang="en-US"/>
        </a:p>
      </dgm:t>
    </dgm:pt>
    <dgm:pt modelId="{F2C8795B-19D6-2744-A5BF-6673AC64162B}" type="pres">
      <dgm:prSet presAssocID="{B82E1C64-D1F0-B542-A502-7925CAC254B8}" presName="Name0" presStyleCnt="0">
        <dgm:presLayoutVars>
          <dgm:chMax val="7"/>
          <dgm:dir/>
          <dgm:animLvl val="lvl"/>
          <dgm:resizeHandles val="exact"/>
        </dgm:presLayoutVars>
      </dgm:prSet>
      <dgm:spPr/>
    </dgm:pt>
    <dgm:pt modelId="{7762EB72-D34E-934D-B953-E0B0FA95EB3C}" type="pres">
      <dgm:prSet presAssocID="{1ACC79EA-DF71-5C40-86BF-44266E09EBA3}" presName="circle1" presStyleLbl="node1" presStyleIdx="0" presStyleCnt="3"/>
      <dgm:spPr>
        <a:solidFill>
          <a:schemeClr val="bg1"/>
        </a:solidFill>
      </dgm:spPr>
    </dgm:pt>
    <dgm:pt modelId="{BCDCEF55-CA18-3542-86F9-2E6F12229F14}" type="pres">
      <dgm:prSet presAssocID="{1ACC79EA-DF71-5C40-86BF-44266E09EBA3}" presName="space" presStyleCnt="0"/>
      <dgm:spPr/>
    </dgm:pt>
    <dgm:pt modelId="{3C3C2575-BB18-194F-B589-743425344A22}" type="pres">
      <dgm:prSet presAssocID="{1ACC79EA-DF71-5C40-86BF-44266E09EBA3}" presName="rect1" presStyleLbl="alignAcc1" presStyleIdx="0" presStyleCnt="3"/>
      <dgm:spPr/>
    </dgm:pt>
    <dgm:pt modelId="{B7167AAB-03D2-6141-B665-5C639B567D2E}" type="pres">
      <dgm:prSet presAssocID="{6D43C579-8533-9B48-8A1C-04D5637F5D09}" presName="vertSpace2" presStyleLbl="node1" presStyleIdx="0" presStyleCnt="3"/>
      <dgm:spPr/>
    </dgm:pt>
    <dgm:pt modelId="{0618A215-650B-F544-9855-F20D2972B961}" type="pres">
      <dgm:prSet presAssocID="{6D43C579-8533-9B48-8A1C-04D5637F5D09}" presName="circle2" presStyleLbl="node1" presStyleIdx="1" presStyleCnt="3"/>
      <dgm:spPr>
        <a:solidFill>
          <a:schemeClr val="tx1"/>
        </a:solidFill>
      </dgm:spPr>
    </dgm:pt>
    <dgm:pt modelId="{D8E14A74-361E-ED40-A6F3-BCC9F70C4AEB}" type="pres">
      <dgm:prSet presAssocID="{6D43C579-8533-9B48-8A1C-04D5637F5D09}" presName="rect2" presStyleLbl="alignAcc1" presStyleIdx="1" presStyleCnt="3"/>
      <dgm:spPr/>
    </dgm:pt>
    <dgm:pt modelId="{C7A2AD89-372E-284B-9236-3FCADDE86B84}" type="pres">
      <dgm:prSet presAssocID="{2E186E7E-B0A2-5C45-9CCB-ADA4EC61146F}" presName="vertSpace3" presStyleLbl="node1" presStyleIdx="1" presStyleCnt="3"/>
      <dgm:spPr/>
    </dgm:pt>
    <dgm:pt modelId="{389CD3EE-6E1A-A14E-A595-462D00D86225}" type="pres">
      <dgm:prSet presAssocID="{2E186E7E-B0A2-5C45-9CCB-ADA4EC61146F}" presName="circle3" presStyleLbl="node1" presStyleIdx="2" presStyleCnt="3"/>
      <dgm:spPr>
        <a:solidFill>
          <a:srgbClr val="B42632"/>
        </a:solidFill>
      </dgm:spPr>
    </dgm:pt>
    <dgm:pt modelId="{81EF5DFF-2198-7741-8FBB-2A61C0F7A20F}" type="pres">
      <dgm:prSet presAssocID="{2E186E7E-B0A2-5C45-9CCB-ADA4EC61146F}" presName="rect3" presStyleLbl="alignAcc1" presStyleIdx="2" presStyleCnt="3"/>
      <dgm:spPr/>
    </dgm:pt>
    <dgm:pt modelId="{F05EC405-C2A8-1042-86FA-BC0043F7F4EE}" type="pres">
      <dgm:prSet presAssocID="{1ACC79EA-DF71-5C40-86BF-44266E09EBA3}" presName="rect1ParTx" presStyleLbl="alignAcc1" presStyleIdx="2" presStyleCnt="3">
        <dgm:presLayoutVars>
          <dgm:chMax val="1"/>
          <dgm:bulletEnabled val="1"/>
        </dgm:presLayoutVars>
      </dgm:prSet>
      <dgm:spPr/>
    </dgm:pt>
    <dgm:pt modelId="{4C8795ED-4B7D-0F45-9FF7-996D4E94F62F}" type="pres">
      <dgm:prSet presAssocID="{1ACC79EA-DF71-5C40-86BF-44266E09EBA3}" presName="rect1ChTx" presStyleLbl="alignAcc1" presStyleIdx="2" presStyleCnt="3">
        <dgm:presLayoutVars>
          <dgm:bulletEnabled val="1"/>
        </dgm:presLayoutVars>
      </dgm:prSet>
      <dgm:spPr/>
    </dgm:pt>
    <dgm:pt modelId="{06C2A2CA-9AF2-8145-98D9-6037952F916A}" type="pres">
      <dgm:prSet presAssocID="{6D43C579-8533-9B48-8A1C-04D5637F5D09}" presName="rect2ParTx" presStyleLbl="alignAcc1" presStyleIdx="2" presStyleCnt="3">
        <dgm:presLayoutVars>
          <dgm:chMax val="1"/>
          <dgm:bulletEnabled val="1"/>
        </dgm:presLayoutVars>
      </dgm:prSet>
      <dgm:spPr/>
    </dgm:pt>
    <dgm:pt modelId="{64071C69-8C93-8C42-83FF-398034591DBE}" type="pres">
      <dgm:prSet presAssocID="{6D43C579-8533-9B48-8A1C-04D5637F5D09}" presName="rect2ChTx" presStyleLbl="alignAcc1" presStyleIdx="2" presStyleCnt="3">
        <dgm:presLayoutVars>
          <dgm:bulletEnabled val="1"/>
        </dgm:presLayoutVars>
      </dgm:prSet>
      <dgm:spPr/>
    </dgm:pt>
    <dgm:pt modelId="{3E2D21E8-C964-9148-9D21-B6E44C4FE5FE}" type="pres">
      <dgm:prSet presAssocID="{2E186E7E-B0A2-5C45-9CCB-ADA4EC61146F}" presName="rect3ParTx" presStyleLbl="alignAcc1" presStyleIdx="2" presStyleCnt="3">
        <dgm:presLayoutVars>
          <dgm:chMax val="1"/>
          <dgm:bulletEnabled val="1"/>
        </dgm:presLayoutVars>
      </dgm:prSet>
      <dgm:spPr/>
    </dgm:pt>
    <dgm:pt modelId="{769002ED-1980-D64E-A57C-ED2DAAF3C2EB}" type="pres">
      <dgm:prSet presAssocID="{2E186E7E-B0A2-5C45-9CCB-ADA4EC61146F}" presName="rect3ChTx" presStyleLbl="alignAcc1" presStyleIdx="2" presStyleCnt="3">
        <dgm:presLayoutVars>
          <dgm:bulletEnabled val="1"/>
        </dgm:presLayoutVars>
      </dgm:prSet>
      <dgm:spPr/>
    </dgm:pt>
  </dgm:ptLst>
  <dgm:cxnLst>
    <dgm:cxn modelId="{CD495F0E-E47D-544C-AA9C-14CA7F5266C0}" type="presOf" srcId="{1ACC79EA-DF71-5C40-86BF-44266E09EBA3}" destId="{F05EC405-C2A8-1042-86FA-BC0043F7F4EE}" srcOrd="1" destOrd="0" presId="urn:microsoft.com/office/officeart/2005/8/layout/target3"/>
    <dgm:cxn modelId="{CA05770F-4FDE-FE47-9376-98B842D1AC58}" srcId="{2E186E7E-B0A2-5C45-9CCB-ADA4EC61146F}" destId="{7A4B15BA-B0AF-5C40-BF62-80430DF8BAF2}" srcOrd="2" destOrd="0" parTransId="{B9EB9417-CBA5-DC48-B740-DE7778C05FBF}" sibTransId="{F3A2DCA9-B382-5E44-9254-A346482666C8}"/>
    <dgm:cxn modelId="{35FACA1B-3E58-F148-BC6C-2D6B464C07E8}" type="presOf" srcId="{B82E1C64-D1F0-B542-A502-7925CAC254B8}" destId="{F2C8795B-19D6-2744-A5BF-6673AC64162B}" srcOrd="0" destOrd="0" presId="urn:microsoft.com/office/officeart/2005/8/layout/target3"/>
    <dgm:cxn modelId="{24CC5933-6BD9-A54D-B1E8-D315DA10BE57}" type="presOf" srcId="{C0A97B51-FEA8-5B4E-92CD-82FE45CD9407}" destId="{64071C69-8C93-8C42-83FF-398034591DBE}" srcOrd="0" destOrd="0" presId="urn:microsoft.com/office/officeart/2005/8/layout/target3"/>
    <dgm:cxn modelId="{66549338-69DD-3143-AD84-1F8D44FDEE7D}" type="presOf" srcId="{EE751CAB-3E83-6646-B3EB-7C6CB3CA93DE}" destId="{64071C69-8C93-8C42-83FF-398034591DBE}" srcOrd="0" destOrd="4" presId="urn:microsoft.com/office/officeart/2005/8/layout/target3"/>
    <dgm:cxn modelId="{F65CC041-4B29-6A48-90B1-DC0BFFB158E0}" type="presOf" srcId="{BCC4C4E8-8F29-A34A-AF0D-C495FC969B3C}" destId="{64071C69-8C93-8C42-83FF-398034591DBE}" srcOrd="0" destOrd="2" presId="urn:microsoft.com/office/officeart/2005/8/layout/target3"/>
    <dgm:cxn modelId="{C400CC50-5E56-5A4C-B948-56D8403077A4}" type="presOf" srcId="{3302FD8C-9FBD-D048-BEDC-055326A0CD67}" destId="{769002ED-1980-D64E-A57C-ED2DAAF3C2EB}" srcOrd="0" destOrd="1" presId="urn:microsoft.com/office/officeart/2005/8/layout/target3"/>
    <dgm:cxn modelId="{31DAC873-E1ED-1341-8FDE-88E199F8BB13}" type="presOf" srcId="{7A4B15BA-B0AF-5C40-BF62-80430DF8BAF2}" destId="{769002ED-1980-D64E-A57C-ED2DAAF3C2EB}" srcOrd="0" destOrd="2" presId="urn:microsoft.com/office/officeart/2005/8/layout/target3"/>
    <dgm:cxn modelId="{B6655978-ED66-9341-A08B-DBB14360A72C}" srcId="{6D43C579-8533-9B48-8A1C-04D5637F5D09}" destId="{EE751CAB-3E83-6646-B3EB-7C6CB3CA93DE}" srcOrd="4" destOrd="0" parTransId="{E1790153-76DE-874B-9628-9407126EC19F}" sibTransId="{4D547316-781B-9C4C-AC8E-CF79AF5841E6}"/>
    <dgm:cxn modelId="{1819787B-0E9B-DF4E-B79B-8A6C169214AC}" type="presOf" srcId="{6D43C579-8533-9B48-8A1C-04D5637F5D09}" destId="{D8E14A74-361E-ED40-A6F3-BCC9F70C4AEB}" srcOrd="0" destOrd="0" presId="urn:microsoft.com/office/officeart/2005/8/layout/target3"/>
    <dgm:cxn modelId="{4341BA81-3276-1C41-AE46-952DB7659729}" type="presOf" srcId="{98C2E971-1956-B54B-AFB3-BBBE5226305C}" destId="{64071C69-8C93-8C42-83FF-398034591DBE}" srcOrd="0" destOrd="1" presId="urn:microsoft.com/office/officeart/2005/8/layout/target3"/>
    <dgm:cxn modelId="{3094B684-A9F2-2949-97F1-A10AC421FA68}" type="presOf" srcId="{E2FE15D4-B5D1-224F-9352-2BFEFB8E11EC}" destId="{769002ED-1980-D64E-A57C-ED2DAAF3C2EB}" srcOrd="0" destOrd="0" presId="urn:microsoft.com/office/officeart/2005/8/layout/target3"/>
    <dgm:cxn modelId="{13CC6185-F288-1B4B-8A3C-B71733847C43}" srcId="{2E186E7E-B0A2-5C45-9CCB-ADA4EC61146F}" destId="{E2FE15D4-B5D1-224F-9352-2BFEFB8E11EC}" srcOrd="0" destOrd="0" parTransId="{60712A1B-A340-6F43-8B9B-B47811223378}" sibTransId="{77F40522-97E8-9940-8526-0F500802F008}"/>
    <dgm:cxn modelId="{116E6E92-96E7-A84C-AE19-97FAC0E1C1DF}" srcId="{6D43C579-8533-9B48-8A1C-04D5637F5D09}" destId="{98C2E971-1956-B54B-AFB3-BBBE5226305C}" srcOrd="1" destOrd="0" parTransId="{659A0691-7D42-D849-BB18-E8ABC0025083}" sibTransId="{FD16B1E0-18EC-F34E-B3B8-E14FDA142EA7}"/>
    <dgm:cxn modelId="{891F139A-C1E0-EB4F-B1D5-5CAB02B08FA3}" type="presOf" srcId="{1AF593BF-203B-8C41-A44E-4677B56B8558}" destId="{4C8795ED-4B7D-0F45-9FF7-996D4E94F62F}" srcOrd="0" destOrd="2" presId="urn:microsoft.com/office/officeart/2005/8/layout/target3"/>
    <dgm:cxn modelId="{ACE2569E-BBF5-D14F-9C53-B6FA1583748E}" srcId="{6D43C579-8533-9B48-8A1C-04D5637F5D09}" destId="{67E9B353-539D-0047-B47D-341C1E51D85E}" srcOrd="3" destOrd="0" parTransId="{BD772B31-E011-0548-BB00-D6B15CC3F65E}" sibTransId="{DDC0DD79-DD4A-714E-8F4F-C6A9E937D625}"/>
    <dgm:cxn modelId="{6019959E-72E0-2841-8855-BA0FF8C26F4C}" type="presOf" srcId="{2E186E7E-B0A2-5C45-9CCB-ADA4EC61146F}" destId="{3E2D21E8-C964-9148-9D21-B6E44C4FE5FE}" srcOrd="1" destOrd="0" presId="urn:microsoft.com/office/officeart/2005/8/layout/target3"/>
    <dgm:cxn modelId="{1667D7A0-CB89-9240-8D43-A734952C828D}" srcId="{1ACC79EA-DF71-5C40-86BF-44266E09EBA3}" destId="{90BA5D1F-ACFE-4949-BC47-54B060F33AEA}" srcOrd="1" destOrd="0" parTransId="{D31F9638-BDED-7748-B7F2-AA461F084A54}" sibTransId="{36AD245B-F866-D743-9100-545355ABF295}"/>
    <dgm:cxn modelId="{4D3507A3-92E9-B642-AFB3-52E124C101F5}" type="presOf" srcId="{D204E838-2E0B-994A-8C2C-575B7F15C4EC}" destId="{4C8795ED-4B7D-0F45-9FF7-996D4E94F62F}" srcOrd="0" destOrd="0" presId="urn:microsoft.com/office/officeart/2005/8/layout/target3"/>
    <dgm:cxn modelId="{FE10B7A3-5117-5145-898E-945CF81E6FF5}" type="presOf" srcId="{1ACC79EA-DF71-5C40-86BF-44266E09EBA3}" destId="{3C3C2575-BB18-194F-B589-743425344A22}" srcOrd="0" destOrd="0" presId="urn:microsoft.com/office/officeart/2005/8/layout/target3"/>
    <dgm:cxn modelId="{313FEFA3-35ED-2F4D-A802-C5485E97E898}" type="presOf" srcId="{2245CB5C-9184-DB4E-877D-A4AE35631FE0}" destId="{769002ED-1980-D64E-A57C-ED2DAAF3C2EB}" srcOrd="0" destOrd="3" presId="urn:microsoft.com/office/officeart/2005/8/layout/target3"/>
    <dgm:cxn modelId="{597F19A7-34BF-324E-B189-FCC32C738BAE}" srcId="{2E186E7E-B0A2-5C45-9CCB-ADA4EC61146F}" destId="{2245CB5C-9184-DB4E-877D-A4AE35631FE0}" srcOrd="3" destOrd="0" parTransId="{6B27E7F0-4A25-7041-A5B8-E1EEB4BC4450}" sibTransId="{502A958F-80EF-9447-B330-7E86FC2D44F6}"/>
    <dgm:cxn modelId="{739401AE-D970-C547-815E-A4619CDD2222}" type="presOf" srcId="{6D43C579-8533-9B48-8A1C-04D5637F5D09}" destId="{06C2A2CA-9AF2-8145-98D9-6037952F916A}" srcOrd="1" destOrd="0" presId="urn:microsoft.com/office/officeart/2005/8/layout/target3"/>
    <dgm:cxn modelId="{5C3089B1-ACF7-8B4D-B6AE-052CE8C3E9B1}" srcId="{B82E1C64-D1F0-B542-A502-7925CAC254B8}" destId="{6D43C579-8533-9B48-8A1C-04D5637F5D09}" srcOrd="1" destOrd="0" parTransId="{943CD45B-094C-5247-90B0-F20617D52520}" sibTransId="{A8935D53-124E-D249-87F7-93CEFF599A30}"/>
    <dgm:cxn modelId="{93BD9AC1-F030-A643-B2E3-51BAC34AD59C}" srcId="{B82E1C64-D1F0-B542-A502-7925CAC254B8}" destId="{2E186E7E-B0A2-5C45-9CCB-ADA4EC61146F}" srcOrd="2" destOrd="0" parTransId="{BBAD85C6-8CCA-8146-9D44-CED3035A78CA}" sibTransId="{392EFBF1-B7D0-AE4B-AFFD-EFE53E2371CE}"/>
    <dgm:cxn modelId="{D1957DCA-6544-D248-8B39-052D05B324A8}" srcId="{1ACC79EA-DF71-5C40-86BF-44266E09EBA3}" destId="{019B6DE5-3EDB-EE48-BE68-AEE00EE486DC}" srcOrd="3" destOrd="0" parTransId="{FCD30A2A-6F20-F34E-B14C-32B6583373E1}" sibTransId="{24F57519-EF91-344A-9D25-FA6D9272700E}"/>
    <dgm:cxn modelId="{91D9BFD2-1B2E-E74B-98F1-0ACE5AB538F9}" srcId="{B82E1C64-D1F0-B542-A502-7925CAC254B8}" destId="{1ACC79EA-DF71-5C40-86BF-44266E09EBA3}" srcOrd="0" destOrd="0" parTransId="{2F65234C-3BF5-2543-B4FE-C04CFE290389}" sibTransId="{800767BD-956F-DA4E-9213-3C1C5F4B403F}"/>
    <dgm:cxn modelId="{0C33DCD3-9347-9344-83B4-9236FED1B35E}" type="presOf" srcId="{90BA5D1F-ACFE-4949-BC47-54B060F33AEA}" destId="{4C8795ED-4B7D-0F45-9FF7-996D4E94F62F}" srcOrd="0" destOrd="1" presId="urn:microsoft.com/office/officeart/2005/8/layout/target3"/>
    <dgm:cxn modelId="{53FD5DD6-B59F-3941-B77A-0F913286215E}" srcId="{6D43C579-8533-9B48-8A1C-04D5637F5D09}" destId="{C0A97B51-FEA8-5B4E-92CD-82FE45CD9407}" srcOrd="0" destOrd="0" parTransId="{976E2493-504F-5D43-9081-2E42CD3725D1}" sibTransId="{FE7B49C1-AB75-2B4B-8F30-1DC0095FF57A}"/>
    <dgm:cxn modelId="{5E1462D6-E854-5747-B91A-276A21FAFD2D}" srcId="{6D43C579-8533-9B48-8A1C-04D5637F5D09}" destId="{BCC4C4E8-8F29-A34A-AF0D-C495FC969B3C}" srcOrd="2" destOrd="0" parTransId="{D82E99C5-AB42-D446-B010-03A853590DF9}" sibTransId="{A9DA4BC2-1950-1942-92FD-C1A1FB8D6ECF}"/>
    <dgm:cxn modelId="{B86078DF-1C67-BC40-AE42-15E46989802A}" type="presOf" srcId="{67E9B353-539D-0047-B47D-341C1E51D85E}" destId="{64071C69-8C93-8C42-83FF-398034591DBE}" srcOrd="0" destOrd="3" presId="urn:microsoft.com/office/officeart/2005/8/layout/target3"/>
    <dgm:cxn modelId="{76979AE1-1D2B-794E-852C-579451BAA367}" type="presOf" srcId="{019B6DE5-3EDB-EE48-BE68-AEE00EE486DC}" destId="{4C8795ED-4B7D-0F45-9FF7-996D4E94F62F}" srcOrd="0" destOrd="3" presId="urn:microsoft.com/office/officeart/2005/8/layout/target3"/>
    <dgm:cxn modelId="{657E86E8-A0D3-1E42-9B09-696B7DCB3777}" srcId="{2E186E7E-B0A2-5C45-9CCB-ADA4EC61146F}" destId="{3302FD8C-9FBD-D048-BEDC-055326A0CD67}" srcOrd="1" destOrd="0" parTransId="{20548987-5362-C445-8729-FD010F14EBB3}" sibTransId="{DA508016-D997-1E4B-A723-5DF4E31C7475}"/>
    <dgm:cxn modelId="{81879FEB-88A9-3145-87D4-8DE7A6A29CF9}" type="presOf" srcId="{2E186E7E-B0A2-5C45-9CCB-ADA4EC61146F}" destId="{81EF5DFF-2198-7741-8FBB-2A61C0F7A20F}" srcOrd="0" destOrd="0" presId="urn:microsoft.com/office/officeart/2005/8/layout/target3"/>
    <dgm:cxn modelId="{6F8D09F3-F860-AB49-BB84-C8F1973B4B5C}" srcId="{1ACC79EA-DF71-5C40-86BF-44266E09EBA3}" destId="{D204E838-2E0B-994A-8C2C-575B7F15C4EC}" srcOrd="0" destOrd="0" parTransId="{AC7887D0-C398-5A4F-9763-70C9499FE4D9}" sibTransId="{26348718-EFA4-984C-850B-3689A8AA4B37}"/>
    <dgm:cxn modelId="{DC9EE5F5-E848-1D40-9834-BBB037A4E2B9}" srcId="{1ACC79EA-DF71-5C40-86BF-44266E09EBA3}" destId="{1AF593BF-203B-8C41-A44E-4677B56B8558}" srcOrd="2" destOrd="0" parTransId="{5C290E21-730C-6041-BA20-D45D125BAEEA}" sibTransId="{195F3DDB-5D9F-8446-B4B6-8626AE113FB9}"/>
    <dgm:cxn modelId="{9A4B9A9D-D9EA-2040-946E-41D13764B8F8}" type="presParOf" srcId="{F2C8795B-19D6-2744-A5BF-6673AC64162B}" destId="{7762EB72-D34E-934D-B953-E0B0FA95EB3C}" srcOrd="0" destOrd="0" presId="urn:microsoft.com/office/officeart/2005/8/layout/target3"/>
    <dgm:cxn modelId="{DB701C3A-0834-AE4F-AA39-73B6FE2199D8}" type="presParOf" srcId="{F2C8795B-19D6-2744-A5BF-6673AC64162B}" destId="{BCDCEF55-CA18-3542-86F9-2E6F12229F14}" srcOrd="1" destOrd="0" presId="urn:microsoft.com/office/officeart/2005/8/layout/target3"/>
    <dgm:cxn modelId="{96ABAABF-8AD9-7245-B9FA-CF6A6BCE50AD}" type="presParOf" srcId="{F2C8795B-19D6-2744-A5BF-6673AC64162B}" destId="{3C3C2575-BB18-194F-B589-743425344A22}" srcOrd="2" destOrd="0" presId="urn:microsoft.com/office/officeart/2005/8/layout/target3"/>
    <dgm:cxn modelId="{88354363-88B9-6547-89A7-230719E230DF}" type="presParOf" srcId="{F2C8795B-19D6-2744-A5BF-6673AC64162B}" destId="{B7167AAB-03D2-6141-B665-5C639B567D2E}" srcOrd="3" destOrd="0" presId="urn:microsoft.com/office/officeart/2005/8/layout/target3"/>
    <dgm:cxn modelId="{3306D965-5EE0-B74D-8E54-A87393ADF1CC}" type="presParOf" srcId="{F2C8795B-19D6-2744-A5BF-6673AC64162B}" destId="{0618A215-650B-F544-9855-F20D2972B961}" srcOrd="4" destOrd="0" presId="urn:microsoft.com/office/officeart/2005/8/layout/target3"/>
    <dgm:cxn modelId="{6A8A758E-7074-C549-A028-8AE2B021C070}" type="presParOf" srcId="{F2C8795B-19D6-2744-A5BF-6673AC64162B}" destId="{D8E14A74-361E-ED40-A6F3-BCC9F70C4AEB}" srcOrd="5" destOrd="0" presId="urn:microsoft.com/office/officeart/2005/8/layout/target3"/>
    <dgm:cxn modelId="{40AA39BF-7A21-DF4D-B3BB-73B9354F6E04}" type="presParOf" srcId="{F2C8795B-19D6-2744-A5BF-6673AC64162B}" destId="{C7A2AD89-372E-284B-9236-3FCADDE86B84}" srcOrd="6" destOrd="0" presId="urn:microsoft.com/office/officeart/2005/8/layout/target3"/>
    <dgm:cxn modelId="{D9308529-83F3-2A4B-B1A4-1F3A25F4D198}" type="presParOf" srcId="{F2C8795B-19D6-2744-A5BF-6673AC64162B}" destId="{389CD3EE-6E1A-A14E-A595-462D00D86225}" srcOrd="7" destOrd="0" presId="urn:microsoft.com/office/officeart/2005/8/layout/target3"/>
    <dgm:cxn modelId="{0B4E7C77-5EF6-6748-A201-CD61705EACFF}" type="presParOf" srcId="{F2C8795B-19D6-2744-A5BF-6673AC64162B}" destId="{81EF5DFF-2198-7741-8FBB-2A61C0F7A20F}" srcOrd="8" destOrd="0" presId="urn:microsoft.com/office/officeart/2005/8/layout/target3"/>
    <dgm:cxn modelId="{8C377AD0-96FF-A447-8DE1-49D3619DF7E5}" type="presParOf" srcId="{F2C8795B-19D6-2744-A5BF-6673AC64162B}" destId="{F05EC405-C2A8-1042-86FA-BC0043F7F4EE}" srcOrd="9" destOrd="0" presId="urn:microsoft.com/office/officeart/2005/8/layout/target3"/>
    <dgm:cxn modelId="{0F7ED630-7F1C-FC42-B771-E6FC0D4A5337}" type="presParOf" srcId="{F2C8795B-19D6-2744-A5BF-6673AC64162B}" destId="{4C8795ED-4B7D-0F45-9FF7-996D4E94F62F}" srcOrd="10" destOrd="0" presId="urn:microsoft.com/office/officeart/2005/8/layout/target3"/>
    <dgm:cxn modelId="{ACF5929A-4DDE-F34C-B9EE-AAC0A10BA914}" type="presParOf" srcId="{F2C8795B-19D6-2744-A5BF-6673AC64162B}" destId="{06C2A2CA-9AF2-8145-98D9-6037952F916A}" srcOrd="11" destOrd="0" presId="urn:microsoft.com/office/officeart/2005/8/layout/target3"/>
    <dgm:cxn modelId="{B6AF3674-AE9B-5944-9B12-0ED569DF7BE3}" type="presParOf" srcId="{F2C8795B-19D6-2744-A5BF-6673AC64162B}" destId="{64071C69-8C93-8C42-83FF-398034591DBE}" srcOrd="12" destOrd="0" presId="urn:microsoft.com/office/officeart/2005/8/layout/target3"/>
    <dgm:cxn modelId="{8B506F37-FCF8-6B42-A990-C9CC786FD5EB}" type="presParOf" srcId="{F2C8795B-19D6-2744-A5BF-6673AC64162B}" destId="{3E2D21E8-C964-9148-9D21-B6E44C4FE5FE}" srcOrd="13" destOrd="0" presId="urn:microsoft.com/office/officeart/2005/8/layout/target3"/>
    <dgm:cxn modelId="{9EE100A9-3614-5649-A559-7FA1E81D6EF2}" type="presParOf" srcId="{F2C8795B-19D6-2744-A5BF-6673AC64162B}" destId="{769002ED-1980-D64E-A57C-ED2DAAF3C2EB}" srcOrd="14"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9C64339-1C41-1E4D-8D1C-0FE1C0416007}" type="doc">
      <dgm:prSet loTypeId="urn:microsoft.com/office/officeart/2005/8/layout/lProcess3" loCatId="" qsTypeId="urn:microsoft.com/office/officeart/2005/8/quickstyle/3d2" qsCatId="3D" csTypeId="urn:microsoft.com/office/officeart/2005/8/colors/accent2_1" csCatId="accent2" phldr="1"/>
      <dgm:spPr/>
      <dgm:t>
        <a:bodyPr/>
        <a:lstStyle/>
        <a:p>
          <a:endParaRPr lang="en-US"/>
        </a:p>
      </dgm:t>
    </dgm:pt>
    <dgm:pt modelId="{7B9AFAED-BFEB-9F42-BD8B-019BB857C581}">
      <dgm:prSet phldrT="[Text]"/>
      <dgm:spPr>
        <a:solidFill>
          <a:srgbClr val="B42632"/>
        </a:solidFill>
      </dgm:spPr>
      <dgm:t>
        <a:bodyPr/>
        <a:lstStyle/>
        <a:p>
          <a:pPr rtl="0"/>
          <a:r>
            <a:rPr lang="en-US" dirty="0">
              <a:solidFill>
                <a:schemeClr val="bg1"/>
              </a:solidFill>
              <a:latin typeface="Times New Roman" panose="02020603050405020304" pitchFamily="18" charset="0"/>
              <a:cs typeface="Times New Roman" panose="02020603050405020304" pitchFamily="18" charset="0"/>
            </a:rPr>
            <a:t>Home Page</a:t>
          </a:r>
        </a:p>
      </dgm:t>
    </dgm:pt>
    <dgm:pt modelId="{BF618F6B-C0EF-374D-A9D3-421CE0BDC8DB}" type="parTrans" cxnId="{525C509C-07FD-1F40-A389-8D1D85442FB9}">
      <dgm:prSet/>
      <dgm:spPr/>
      <dgm:t>
        <a:bodyPr/>
        <a:lstStyle/>
        <a:p>
          <a:endParaRPr lang="en-US"/>
        </a:p>
      </dgm:t>
    </dgm:pt>
    <dgm:pt modelId="{3BE60D20-A4ED-FB46-935A-83B406B260FE}" type="sibTrans" cxnId="{525C509C-07FD-1F40-A389-8D1D85442FB9}">
      <dgm:prSet/>
      <dgm:spPr/>
      <dgm:t>
        <a:bodyPr/>
        <a:lstStyle/>
        <a:p>
          <a:endParaRPr lang="en-US"/>
        </a:p>
      </dgm:t>
    </dgm:pt>
    <dgm:pt modelId="{D85D5CF5-19D6-0343-BAB8-D7955C1F3597}">
      <dgm:prSet phldrT="[Text]" custT="1"/>
      <dgm:spPr>
        <a:solidFill>
          <a:schemeClr val="tx1">
            <a:alpha val="90000"/>
          </a:schemeClr>
        </a:solidFill>
        <a:ln>
          <a:solidFill>
            <a:schemeClr val="bg1">
              <a:alpha val="90000"/>
            </a:schemeClr>
          </a:solidFill>
        </a:ln>
      </dgm:spPr>
      <dgm:t>
        <a:bodyPr/>
        <a:lstStyle/>
        <a:p>
          <a:pPr>
            <a:buNone/>
          </a:pPr>
          <a:r>
            <a:rPr lang="en-PS" sz="2000" b="0" i="0" dirty="0">
              <a:solidFill>
                <a:schemeClr val="bg1"/>
              </a:solidFill>
              <a:latin typeface="Times New Roman" panose="02020603050405020304" pitchFamily="18" charset="0"/>
              <a:cs typeface="Times New Roman" panose="02020603050405020304" pitchFamily="18" charset="0"/>
            </a:rPr>
            <a:t>Displays project introduction, main categories, statistics, and selected stories, photos, and videos.</a:t>
          </a:r>
          <a:endParaRPr lang="en-US" sz="2000" dirty="0">
            <a:solidFill>
              <a:schemeClr val="bg1"/>
            </a:solidFill>
            <a:latin typeface="Times New Roman" panose="02020603050405020304" pitchFamily="18" charset="0"/>
            <a:cs typeface="Times New Roman" panose="02020603050405020304" pitchFamily="18" charset="0"/>
          </a:endParaRPr>
        </a:p>
      </dgm:t>
    </dgm:pt>
    <dgm:pt modelId="{007DD68E-228E-C24D-9DA6-9C068253F932}" type="parTrans" cxnId="{7951F641-2FD6-9144-84CD-714048067B2D}">
      <dgm:prSet/>
      <dgm:spPr/>
      <dgm:t>
        <a:bodyPr/>
        <a:lstStyle/>
        <a:p>
          <a:endParaRPr lang="en-US"/>
        </a:p>
      </dgm:t>
    </dgm:pt>
    <dgm:pt modelId="{6E12489F-5426-224D-A6C2-65D2277631C4}" type="sibTrans" cxnId="{7951F641-2FD6-9144-84CD-714048067B2D}">
      <dgm:prSet/>
      <dgm:spPr/>
      <dgm:t>
        <a:bodyPr/>
        <a:lstStyle/>
        <a:p>
          <a:endParaRPr lang="en-US"/>
        </a:p>
      </dgm:t>
    </dgm:pt>
    <dgm:pt modelId="{7512045B-CCB5-3040-8D99-BE77043E29E3}">
      <dgm:prSet phldrT="[Text]"/>
      <dgm:spPr>
        <a:solidFill>
          <a:srgbClr val="B42632"/>
        </a:solidFill>
      </dgm:spPr>
      <dgm:t>
        <a:bodyPr/>
        <a:lstStyle/>
        <a:p>
          <a:pPr rtl="0"/>
          <a:r>
            <a:rPr lang="en-US" dirty="0">
              <a:solidFill>
                <a:schemeClr val="bg1"/>
              </a:solidFill>
              <a:latin typeface="Times New Roman" panose="02020603050405020304" pitchFamily="18" charset="0"/>
              <a:cs typeface="Times New Roman" panose="02020603050405020304" pitchFamily="18" charset="0"/>
            </a:rPr>
            <a:t>Stories</a:t>
          </a:r>
        </a:p>
      </dgm:t>
    </dgm:pt>
    <dgm:pt modelId="{380862AA-4C3C-C241-9B8C-2A7BBC56F092}" type="parTrans" cxnId="{F515FE10-600D-4D4F-9617-9814D6F1A50D}">
      <dgm:prSet/>
      <dgm:spPr/>
      <dgm:t>
        <a:bodyPr/>
        <a:lstStyle/>
        <a:p>
          <a:endParaRPr lang="en-US"/>
        </a:p>
      </dgm:t>
    </dgm:pt>
    <dgm:pt modelId="{7EC8F21D-B8F2-5D4D-83C3-E0D08581727B}" type="sibTrans" cxnId="{F515FE10-600D-4D4F-9617-9814D6F1A50D}">
      <dgm:prSet/>
      <dgm:spPr/>
      <dgm:t>
        <a:bodyPr/>
        <a:lstStyle/>
        <a:p>
          <a:endParaRPr lang="en-US"/>
        </a:p>
      </dgm:t>
    </dgm:pt>
    <dgm:pt modelId="{1EB9991C-D994-D742-A1AA-F2AED21FD1FF}">
      <dgm:prSet phldrT="[Text]" custT="1"/>
      <dgm:spPr>
        <a:solidFill>
          <a:schemeClr val="tx1">
            <a:alpha val="90000"/>
          </a:schemeClr>
        </a:solidFill>
        <a:ln>
          <a:solidFill>
            <a:schemeClr val="bg1">
              <a:alpha val="90000"/>
            </a:schemeClr>
          </a:solidFill>
        </a:ln>
      </dgm:spPr>
      <dgm:t>
        <a:bodyPr/>
        <a:lstStyle/>
        <a:p>
          <a:pPr>
            <a:buNone/>
          </a:pPr>
          <a:r>
            <a:rPr lang="en-PS" sz="2000" b="0" i="0" dirty="0">
              <a:solidFill>
                <a:schemeClr val="bg1"/>
              </a:solidFill>
              <a:latin typeface="Times New Roman" panose="02020603050405020304" pitchFamily="18" charset="0"/>
              <a:cs typeface="Times New Roman" panose="02020603050405020304" pitchFamily="18" charset="0"/>
            </a:rPr>
            <a:t>Allows users to browse stories, view story details, and filter stories by category.</a:t>
          </a:r>
          <a:endParaRPr lang="en-US" sz="2000" dirty="0">
            <a:solidFill>
              <a:schemeClr val="bg1"/>
            </a:solidFill>
            <a:latin typeface="Times New Roman" panose="02020603050405020304" pitchFamily="18" charset="0"/>
            <a:cs typeface="Times New Roman" panose="02020603050405020304" pitchFamily="18" charset="0"/>
          </a:endParaRPr>
        </a:p>
      </dgm:t>
    </dgm:pt>
    <dgm:pt modelId="{DB2589C8-0927-3A4D-8F1B-6E9A66509013}" type="parTrans" cxnId="{ABF7413D-E435-9842-A90E-2678C5E4AFD4}">
      <dgm:prSet/>
      <dgm:spPr/>
      <dgm:t>
        <a:bodyPr/>
        <a:lstStyle/>
        <a:p>
          <a:endParaRPr lang="en-US"/>
        </a:p>
      </dgm:t>
    </dgm:pt>
    <dgm:pt modelId="{84C04D98-DFA6-7145-BF75-181EE92B0B28}" type="sibTrans" cxnId="{ABF7413D-E435-9842-A90E-2678C5E4AFD4}">
      <dgm:prSet/>
      <dgm:spPr/>
      <dgm:t>
        <a:bodyPr/>
        <a:lstStyle/>
        <a:p>
          <a:endParaRPr lang="en-US"/>
        </a:p>
      </dgm:t>
    </dgm:pt>
    <dgm:pt modelId="{E9A0887E-2653-6D4F-95AD-7DE9C04BD18A}">
      <dgm:prSet phldrT="[Text]"/>
      <dgm:spPr>
        <a:solidFill>
          <a:srgbClr val="B42632"/>
        </a:solidFill>
      </dgm:spPr>
      <dgm:t>
        <a:bodyPr/>
        <a:lstStyle/>
        <a:p>
          <a:pPr rtl="0"/>
          <a:r>
            <a:rPr lang="en-US" dirty="0">
              <a:solidFill>
                <a:schemeClr val="bg1"/>
              </a:solidFill>
              <a:latin typeface="Times New Roman" panose="02020603050405020304" pitchFamily="18" charset="0"/>
              <a:cs typeface="Times New Roman" panose="02020603050405020304" pitchFamily="18" charset="0"/>
            </a:rPr>
            <a:t>Videos</a:t>
          </a:r>
        </a:p>
      </dgm:t>
    </dgm:pt>
    <dgm:pt modelId="{1903D75E-0376-884B-9B22-D160DDD04484}" type="parTrans" cxnId="{DB0EE9EE-CD08-7240-AB25-C80BDF7CDBDD}">
      <dgm:prSet/>
      <dgm:spPr/>
      <dgm:t>
        <a:bodyPr/>
        <a:lstStyle/>
        <a:p>
          <a:endParaRPr lang="en-US"/>
        </a:p>
      </dgm:t>
    </dgm:pt>
    <dgm:pt modelId="{F33581FF-13B6-A648-8134-1D2A523C9525}" type="sibTrans" cxnId="{DB0EE9EE-CD08-7240-AB25-C80BDF7CDBDD}">
      <dgm:prSet/>
      <dgm:spPr/>
      <dgm:t>
        <a:bodyPr/>
        <a:lstStyle/>
        <a:p>
          <a:endParaRPr lang="en-US"/>
        </a:p>
      </dgm:t>
    </dgm:pt>
    <dgm:pt modelId="{B4061E72-D850-894C-AC6A-BD725F1F6C3C}">
      <dgm:prSet phldrT="[Text]" custT="1"/>
      <dgm:spPr>
        <a:solidFill>
          <a:schemeClr val="tx1">
            <a:alpha val="90000"/>
          </a:schemeClr>
        </a:solidFill>
        <a:ln>
          <a:solidFill>
            <a:schemeClr val="bg1">
              <a:alpha val="90000"/>
            </a:schemeClr>
          </a:solidFill>
        </a:ln>
      </dgm:spPr>
      <dgm:t>
        <a:bodyPr/>
        <a:lstStyle/>
        <a:p>
          <a:pPr>
            <a:buNone/>
          </a:pPr>
          <a:r>
            <a:rPr lang="en-PS" sz="2000" b="0" i="0" dirty="0">
              <a:solidFill>
                <a:schemeClr val="bg1"/>
              </a:solidFill>
              <a:latin typeface="Times New Roman" panose="02020603050405020304" pitchFamily="18" charset="0"/>
              <a:cs typeface="Times New Roman" panose="02020603050405020304" pitchFamily="18" charset="0"/>
            </a:rPr>
            <a:t>Provides a video gallery with a modal display feature to watch videos inside the website.</a:t>
          </a:r>
          <a:endParaRPr lang="en-US" sz="2000" dirty="0">
            <a:solidFill>
              <a:schemeClr val="bg1"/>
            </a:solidFill>
            <a:latin typeface="Times New Roman" panose="02020603050405020304" pitchFamily="18" charset="0"/>
            <a:cs typeface="Times New Roman" panose="02020603050405020304" pitchFamily="18" charset="0"/>
          </a:endParaRPr>
        </a:p>
      </dgm:t>
    </dgm:pt>
    <dgm:pt modelId="{D4845819-E8FB-2545-AAB3-6BEF6065E43D}" type="parTrans" cxnId="{DBD4AA82-2B14-D642-901B-40663F01223F}">
      <dgm:prSet/>
      <dgm:spPr/>
      <dgm:t>
        <a:bodyPr/>
        <a:lstStyle/>
        <a:p>
          <a:endParaRPr lang="en-US"/>
        </a:p>
      </dgm:t>
    </dgm:pt>
    <dgm:pt modelId="{3F005A0A-9760-064F-A5A9-21909BE36063}" type="sibTrans" cxnId="{DBD4AA82-2B14-D642-901B-40663F01223F}">
      <dgm:prSet/>
      <dgm:spPr/>
      <dgm:t>
        <a:bodyPr/>
        <a:lstStyle/>
        <a:p>
          <a:endParaRPr lang="en-US"/>
        </a:p>
      </dgm:t>
    </dgm:pt>
    <dgm:pt modelId="{77ADF349-D0B7-CA4C-8FFE-3C8C44E0F5E2}" type="pres">
      <dgm:prSet presAssocID="{09C64339-1C41-1E4D-8D1C-0FE1C0416007}" presName="Name0" presStyleCnt="0">
        <dgm:presLayoutVars>
          <dgm:chPref val="3"/>
          <dgm:dir/>
          <dgm:animLvl val="lvl"/>
          <dgm:resizeHandles/>
        </dgm:presLayoutVars>
      </dgm:prSet>
      <dgm:spPr/>
    </dgm:pt>
    <dgm:pt modelId="{B0A00497-EFA9-FB49-A52A-E61E8798D279}" type="pres">
      <dgm:prSet presAssocID="{7B9AFAED-BFEB-9F42-BD8B-019BB857C581}" presName="horFlow" presStyleCnt="0"/>
      <dgm:spPr/>
    </dgm:pt>
    <dgm:pt modelId="{1EAA324F-6C21-A544-91DD-F8F78A9FC561}" type="pres">
      <dgm:prSet presAssocID="{7B9AFAED-BFEB-9F42-BD8B-019BB857C581}" presName="bigChev" presStyleLbl="node1" presStyleIdx="0" presStyleCnt="3"/>
      <dgm:spPr/>
    </dgm:pt>
    <dgm:pt modelId="{EE29C26B-ED17-A245-9025-2054B255C2E8}" type="pres">
      <dgm:prSet presAssocID="{007DD68E-228E-C24D-9DA6-9C068253F932}" presName="parTrans" presStyleCnt="0"/>
      <dgm:spPr/>
    </dgm:pt>
    <dgm:pt modelId="{C651D747-EEB3-F94B-873A-BF3FF83BA604}" type="pres">
      <dgm:prSet presAssocID="{D85D5CF5-19D6-0343-BAB8-D7955C1F3597}" presName="node" presStyleLbl="alignAccFollowNode1" presStyleIdx="0" presStyleCnt="3" custScaleX="122219">
        <dgm:presLayoutVars>
          <dgm:bulletEnabled val="1"/>
        </dgm:presLayoutVars>
      </dgm:prSet>
      <dgm:spPr/>
    </dgm:pt>
    <dgm:pt modelId="{EB4EB75A-23C7-0441-BC9F-720C620F9DA0}" type="pres">
      <dgm:prSet presAssocID="{7B9AFAED-BFEB-9F42-BD8B-019BB857C581}" presName="vSp" presStyleCnt="0"/>
      <dgm:spPr/>
    </dgm:pt>
    <dgm:pt modelId="{4C2DB0FD-31C6-2845-B728-585137D4EC5A}" type="pres">
      <dgm:prSet presAssocID="{7512045B-CCB5-3040-8D99-BE77043E29E3}" presName="horFlow" presStyleCnt="0"/>
      <dgm:spPr/>
    </dgm:pt>
    <dgm:pt modelId="{0F410DC4-1DCC-AD48-8328-9458C88799F4}" type="pres">
      <dgm:prSet presAssocID="{7512045B-CCB5-3040-8D99-BE77043E29E3}" presName="bigChev" presStyleLbl="node1" presStyleIdx="1" presStyleCnt="3"/>
      <dgm:spPr/>
    </dgm:pt>
    <dgm:pt modelId="{71AEE1B0-EF6C-9C4B-9F76-7623FC9FA9E7}" type="pres">
      <dgm:prSet presAssocID="{DB2589C8-0927-3A4D-8F1B-6E9A66509013}" presName="parTrans" presStyleCnt="0"/>
      <dgm:spPr/>
    </dgm:pt>
    <dgm:pt modelId="{E7227339-B730-5147-9C67-F72E511FF6AD}" type="pres">
      <dgm:prSet presAssocID="{1EB9991C-D994-D742-A1AA-F2AED21FD1FF}" presName="node" presStyleLbl="alignAccFollowNode1" presStyleIdx="1" presStyleCnt="3" custScaleX="122775">
        <dgm:presLayoutVars>
          <dgm:bulletEnabled val="1"/>
        </dgm:presLayoutVars>
      </dgm:prSet>
      <dgm:spPr/>
    </dgm:pt>
    <dgm:pt modelId="{4178207C-9A5F-754C-BDAA-8BB82F70A32F}" type="pres">
      <dgm:prSet presAssocID="{7512045B-CCB5-3040-8D99-BE77043E29E3}" presName="vSp" presStyleCnt="0"/>
      <dgm:spPr/>
    </dgm:pt>
    <dgm:pt modelId="{42ECCF98-BE5D-9542-81E5-0ABAFA192E7C}" type="pres">
      <dgm:prSet presAssocID="{E9A0887E-2653-6D4F-95AD-7DE9C04BD18A}" presName="horFlow" presStyleCnt="0"/>
      <dgm:spPr/>
    </dgm:pt>
    <dgm:pt modelId="{0DD0193B-6674-6843-B14E-EDC257ED5308}" type="pres">
      <dgm:prSet presAssocID="{E9A0887E-2653-6D4F-95AD-7DE9C04BD18A}" presName="bigChev" presStyleLbl="node1" presStyleIdx="2" presStyleCnt="3"/>
      <dgm:spPr/>
    </dgm:pt>
    <dgm:pt modelId="{C28CAE17-3CD2-1A49-8802-2E1CD0CC2E00}" type="pres">
      <dgm:prSet presAssocID="{D4845819-E8FB-2545-AAB3-6BEF6065E43D}" presName="parTrans" presStyleCnt="0"/>
      <dgm:spPr/>
    </dgm:pt>
    <dgm:pt modelId="{07FD4D0B-244A-B04B-859A-7EEABCA6EC21}" type="pres">
      <dgm:prSet presAssocID="{B4061E72-D850-894C-AC6A-BD725F1F6C3C}" presName="node" presStyleLbl="alignAccFollowNode1" presStyleIdx="2" presStyleCnt="3" custScaleX="126426">
        <dgm:presLayoutVars>
          <dgm:bulletEnabled val="1"/>
        </dgm:presLayoutVars>
      </dgm:prSet>
      <dgm:spPr/>
    </dgm:pt>
  </dgm:ptLst>
  <dgm:cxnLst>
    <dgm:cxn modelId="{F515FE10-600D-4D4F-9617-9814D6F1A50D}" srcId="{09C64339-1C41-1E4D-8D1C-0FE1C0416007}" destId="{7512045B-CCB5-3040-8D99-BE77043E29E3}" srcOrd="1" destOrd="0" parTransId="{380862AA-4C3C-C241-9B8C-2A7BBC56F092}" sibTransId="{7EC8F21D-B8F2-5D4D-83C3-E0D08581727B}"/>
    <dgm:cxn modelId="{ABF7413D-E435-9842-A90E-2678C5E4AFD4}" srcId="{7512045B-CCB5-3040-8D99-BE77043E29E3}" destId="{1EB9991C-D994-D742-A1AA-F2AED21FD1FF}" srcOrd="0" destOrd="0" parTransId="{DB2589C8-0927-3A4D-8F1B-6E9A66509013}" sibTransId="{84C04D98-DFA6-7145-BF75-181EE92B0B28}"/>
    <dgm:cxn modelId="{7951F641-2FD6-9144-84CD-714048067B2D}" srcId="{7B9AFAED-BFEB-9F42-BD8B-019BB857C581}" destId="{D85D5CF5-19D6-0343-BAB8-D7955C1F3597}" srcOrd="0" destOrd="0" parTransId="{007DD68E-228E-C24D-9DA6-9C068253F932}" sibTransId="{6E12489F-5426-224D-A6C2-65D2277631C4}"/>
    <dgm:cxn modelId="{DBD4AA82-2B14-D642-901B-40663F01223F}" srcId="{E9A0887E-2653-6D4F-95AD-7DE9C04BD18A}" destId="{B4061E72-D850-894C-AC6A-BD725F1F6C3C}" srcOrd="0" destOrd="0" parTransId="{D4845819-E8FB-2545-AAB3-6BEF6065E43D}" sibTransId="{3F005A0A-9760-064F-A5A9-21909BE36063}"/>
    <dgm:cxn modelId="{575F7083-54BD-134E-9E22-AB5D14B81F07}" type="presOf" srcId="{D85D5CF5-19D6-0343-BAB8-D7955C1F3597}" destId="{C651D747-EEB3-F94B-873A-BF3FF83BA604}" srcOrd="0" destOrd="0" presId="urn:microsoft.com/office/officeart/2005/8/layout/lProcess3"/>
    <dgm:cxn modelId="{C6B9639A-083C-2A4C-B28E-82264A4C9439}" type="presOf" srcId="{B4061E72-D850-894C-AC6A-BD725F1F6C3C}" destId="{07FD4D0B-244A-B04B-859A-7EEABCA6EC21}" srcOrd="0" destOrd="0" presId="urn:microsoft.com/office/officeart/2005/8/layout/lProcess3"/>
    <dgm:cxn modelId="{525C509C-07FD-1F40-A389-8D1D85442FB9}" srcId="{09C64339-1C41-1E4D-8D1C-0FE1C0416007}" destId="{7B9AFAED-BFEB-9F42-BD8B-019BB857C581}" srcOrd="0" destOrd="0" parTransId="{BF618F6B-C0EF-374D-A9D3-421CE0BDC8DB}" sibTransId="{3BE60D20-A4ED-FB46-935A-83B406B260FE}"/>
    <dgm:cxn modelId="{60BA84C6-4528-A44B-8BF7-3BF65B1E1D99}" type="presOf" srcId="{1EB9991C-D994-D742-A1AA-F2AED21FD1FF}" destId="{E7227339-B730-5147-9C67-F72E511FF6AD}" srcOrd="0" destOrd="0" presId="urn:microsoft.com/office/officeart/2005/8/layout/lProcess3"/>
    <dgm:cxn modelId="{B4D830CF-8FCE-DF40-9956-8F2F07DED663}" type="presOf" srcId="{E9A0887E-2653-6D4F-95AD-7DE9C04BD18A}" destId="{0DD0193B-6674-6843-B14E-EDC257ED5308}" srcOrd="0" destOrd="0" presId="urn:microsoft.com/office/officeart/2005/8/layout/lProcess3"/>
    <dgm:cxn modelId="{DC0ACCE4-AB35-A44A-AF91-D3F8CE871797}" type="presOf" srcId="{7B9AFAED-BFEB-9F42-BD8B-019BB857C581}" destId="{1EAA324F-6C21-A544-91DD-F8F78A9FC561}" srcOrd="0" destOrd="0" presId="urn:microsoft.com/office/officeart/2005/8/layout/lProcess3"/>
    <dgm:cxn modelId="{DB0EE9EE-CD08-7240-AB25-C80BDF7CDBDD}" srcId="{09C64339-1C41-1E4D-8D1C-0FE1C0416007}" destId="{E9A0887E-2653-6D4F-95AD-7DE9C04BD18A}" srcOrd="2" destOrd="0" parTransId="{1903D75E-0376-884B-9B22-D160DDD04484}" sibTransId="{F33581FF-13B6-A648-8134-1D2A523C9525}"/>
    <dgm:cxn modelId="{AB7FAEF8-D1D4-864A-8E73-9FAD4E73C78C}" type="presOf" srcId="{09C64339-1C41-1E4D-8D1C-0FE1C0416007}" destId="{77ADF349-D0B7-CA4C-8FFE-3C8C44E0F5E2}" srcOrd="0" destOrd="0" presId="urn:microsoft.com/office/officeart/2005/8/layout/lProcess3"/>
    <dgm:cxn modelId="{5C5D48FA-01B0-F14D-B516-592952792B00}" type="presOf" srcId="{7512045B-CCB5-3040-8D99-BE77043E29E3}" destId="{0F410DC4-1DCC-AD48-8328-9458C88799F4}" srcOrd="0" destOrd="0" presId="urn:microsoft.com/office/officeart/2005/8/layout/lProcess3"/>
    <dgm:cxn modelId="{24890588-0AC6-3840-8CD7-D334FF949524}" type="presParOf" srcId="{77ADF349-D0B7-CA4C-8FFE-3C8C44E0F5E2}" destId="{B0A00497-EFA9-FB49-A52A-E61E8798D279}" srcOrd="0" destOrd="0" presId="urn:microsoft.com/office/officeart/2005/8/layout/lProcess3"/>
    <dgm:cxn modelId="{9B5084D9-0FD4-2541-974E-D5AA88EBB7C8}" type="presParOf" srcId="{B0A00497-EFA9-FB49-A52A-E61E8798D279}" destId="{1EAA324F-6C21-A544-91DD-F8F78A9FC561}" srcOrd="0" destOrd="0" presId="urn:microsoft.com/office/officeart/2005/8/layout/lProcess3"/>
    <dgm:cxn modelId="{394AF64C-BA58-F041-B1E5-949B839A8D49}" type="presParOf" srcId="{B0A00497-EFA9-FB49-A52A-E61E8798D279}" destId="{EE29C26B-ED17-A245-9025-2054B255C2E8}" srcOrd="1" destOrd="0" presId="urn:microsoft.com/office/officeart/2005/8/layout/lProcess3"/>
    <dgm:cxn modelId="{AF09E197-4B74-B444-B0B7-AE0D033C53D5}" type="presParOf" srcId="{B0A00497-EFA9-FB49-A52A-E61E8798D279}" destId="{C651D747-EEB3-F94B-873A-BF3FF83BA604}" srcOrd="2" destOrd="0" presId="urn:microsoft.com/office/officeart/2005/8/layout/lProcess3"/>
    <dgm:cxn modelId="{E61478FE-1855-104C-9CFA-96BFAD43886B}" type="presParOf" srcId="{77ADF349-D0B7-CA4C-8FFE-3C8C44E0F5E2}" destId="{EB4EB75A-23C7-0441-BC9F-720C620F9DA0}" srcOrd="1" destOrd="0" presId="urn:microsoft.com/office/officeart/2005/8/layout/lProcess3"/>
    <dgm:cxn modelId="{378B8614-BF2D-6C48-A7E8-2AF60D2B0A6E}" type="presParOf" srcId="{77ADF349-D0B7-CA4C-8FFE-3C8C44E0F5E2}" destId="{4C2DB0FD-31C6-2845-B728-585137D4EC5A}" srcOrd="2" destOrd="0" presId="urn:microsoft.com/office/officeart/2005/8/layout/lProcess3"/>
    <dgm:cxn modelId="{8057D611-3A0A-CB4F-989A-0206ACE87327}" type="presParOf" srcId="{4C2DB0FD-31C6-2845-B728-585137D4EC5A}" destId="{0F410DC4-1DCC-AD48-8328-9458C88799F4}" srcOrd="0" destOrd="0" presId="urn:microsoft.com/office/officeart/2005/8/layout/lProcess3"/>
    <dgm:cxn modelId="{214A0458-A9B7-E34E-9664-4E9B72CE0DD8}" type="presParOf" srcId="{4C2DB0FD-31C6-2845-B728-585137D4EC5A}" destId="{71AEE1B0-EF6C-9C4B-9F76-7623FC9FA9E7}" srcOrd="1" destOrd="0" presId="urn:microsoft.com/office/officeart/2005/8/layout/lProcess3"/>
    <dgm:cxn modelId="{281F50A8-F924-F14E-8EE4-3341AACD20D3}" type="presParOf" srcId="{4C2DB0FD-31C6-2845-B728-585137D4EC5A}" destId="{E7227339-B730-5147-9C67-F72E511FF6AD}" srcOrd="2" destOrd="0" presId="urn:microsoft.com/office/officeart/2005/8/layout/lProcess3"/>
    <dgm:cxn modelId="{3DD51D4B-6BF7-5D42-BA16-91073403E55D}" type="presParOf" srcId="{77ADF349-D0B7-CA4C-8FFE-3C8C44E0F5E2}" destId="{4178207C-9A5F-754C-BDAA-8BB82F70A32F}" srcOrd="3" destOrd="0" presId="urn:microsoft.com/office/officeart/2005/8/layout/lProcess3"/>
    <dgm:cxn modelId="{3AB162DD-5C64-5C40-AC4F-43CF548495E0}" type="presParOf" srcId="{77ADF349-D0B7-CA4C-8FFE-3C8C44E0F5E2}" destId="{42ECCF98-BE5D-9542-81E5-0ABAFA192E7C}" srcOrd="4" destOrd="0" presId="urn:microsoft.com/office/officeart/2005/8/layout/lProcess3"/>
    <dgm:cxn modelId="{113DAB24-5CF0-0549-9A97-B22B5E772CF6}" type="presParOf" srcId="{42ECCF98-BE5D-9542-81E5-0ABAFA192E7C}" destId="{0DD0193B-6674-6843-B14E-EDC257ED5308}" srcOrd="0" destOrd="0" presId="urn:microsoft.com/office/officeart/2005/8/layout/lProcess3"/>
    <dgm:cxn modelId="{087656D9-C1C8-624D-ACDA-C6DA09FCD40C}" type="presParOf" srcId="{42ECCF98-BE5D-9542-81E5-0ABAFA192E7C}" destId="{C28CAE17-3CD2-1A49-8802-2E1CD0CC2E00}" srcOrd="1" destOrd="0" presId="urn:microsoft.com/office/officeart/2005/8/layout/lProcess3"/>
    <dgm:cxn modelId="{46D2F26D-226F-5D49-A4D0-FF44E02919A8}" type="presParOf" srcId="{42ECCF98-BE5D-9542-81E5-0ABAFA192E7C}" destId="{07FD4D0B-244A-B04B-859A-7EEABCA6EC21}" srcOrd="2" destOrd="0" presId="urn:microsoft.com/office/officeart/2005/8/layout/l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C64339-1C41-1E4D-8D1C-0FE1C0416007}" type="doc">
      <dgm:prSet loTypeId="urn:microsoft.com/office/officeart/2005/8/layout/lProcess3" loCatId="" qsTypeId="urn:microsoft.com/office/officeart/2005/8/quickstyle/3d2" qsCatId="3D" csTypeId="urn:microsoft.com/office/officeart/2005/8/colors/accent2_1" csCatId="accent2" phldr="1"/>
      <dgm:spPr/>
      <dgm:t>
        <a:bodyPr/>
        <a:lstStyle/>
        <a:p>
          <a:endParaRPr lang="en-US"/>
        </a:p>
      </dgm:t>
    </dgm:pt>
    <dgm:pt modelId="{7B9AFAED-BFEB-9F42-BD8B-019BB857C581}">
      <dgm:prSet phldrT="[Text]"/>
      <dgm:spPr>
        <a:solidFill>
          <a:srgbClr val="B42632"/>
        </a:solidFill>
      </dgm:spPr>
      <dgm:t>
        <a:bodyPr/>
        <a:lstStyle/>
        <a:p>
          <a:pPr rtl="0"/>
          <a:r>
            <a:rPr lang="en-US" dirty="0">
              <a:solidFill>
                <a:schemeClr val="bg1"/>
              </a:solidFill>
              <a:latin typeface="Times New Roman" panose="02020603050405020304" pitchFamily="18" charset="0"/>
              <a:cs typeface="Times New Roman" panose="02020603050405020304" pitchFamily="18" charset="0"/>
            </a:rPr>
            <a:t>Photos</a:t>
          </a:r>
        </a:p>
      </dgm:t>
    </dgm:pt>
    <dgm:pt modelId="{BF618F6B-C0EF-374D-A9D3-421CE0BDC8DB}" type="parTrans" cxnId="{525C509C-07FD-1F40-A389-8D1D85442FB9}">
      <dgm:prSet/>
      <dgm:spPr/>
      <dgm:t>
        <a:bodyPr/>
        <a:lstStyle/>
        <a:p>
          <a:endParaRPr lang="en-US"/>
        </a:p>
      </dgm:t>
    </dgm:pt>
    <dgm:pt modelId="{3BE60D20-A4ED-FB46-935A-83B406B260FE}" type="sibTrans" cxnId="{525C509C-07FD-1F40-A389-8D1D85442FB9}">
      <dgm:prSet/>
      <dgm:spPr/>
      <dgm:t>
        <a:bodyPr/>
        <a:lstStyle/>
        <a:p>
          <a:endParaRPr lang="en-US"/>
        </a:p>
      </dgm:t>
    </dgm:pt>
    <dgm:pt modelId="{D85D5CF5-19D6-0343-BAB8-D7955C1F3597}">
      <dgm:prSet phldrT="[Text]" custT="1"/>
      <dgm:spPr>
        <a:solidFill>
          <a:schemeClr val="tx1">
            <a:alpha val="90000"/>
          </a:schemeClr>
        </a:solidFill>
        <a:ln>
          <a:solidFill>
            <a:schemeClr val="bg1">
              <a:alpha val="90000"/>
            </a:schemeClr>
          </a:solidFill>
        </a:ln>
      </dgm:spPr>
      <dgm:t>
        <a:bodyPr/>
        <a:lstStyle/>
        <a:p>
          <a:pPr>
            <a:buNone/>
          </a:pPr>
          <a:r>
            <a:rPr lang="en-PS" sz="2000" b="0" i="0" dirty="0">
              <a:solidFill>
                <a:schemeClr val="bg1"/>
              </a:solidFill>
              <a:latin typeface="Times New Roman" panose="02020603050405020304" pitchFamily="18" charset="0"/>
              <a:cs typeface="Times New Roman" panose="02020603050405020304" pitchFamily="18" charset="0"/>
            </a:rPr>
            <a:t>Displays photos in organized categories with a Lightbox feature for better viewing.</a:t>
          </a:r>
          <a:endParaRPr lang="en-US" sz="2000" dirty="0">
            <a:solidFill>
              <a:schemeClr val="bg1"/>
            </a:solidFill>
            <a:latin typeface="Times New Roman" panose="02020603050405020304" pitchFamily="18" charset="0"/>
            <a:cs typeface="Times New Roman" panose="02020603050405020304" pitchFamily="18" charset="0"/>
          </a:endParaRPr>
        </a:p>
      </dgm:t>
    </dgm:pt>
    <dgm:pt modelId="{007DD68E-228E-C24D-9DA6-9C068253F932}" type="parTrans" cxnId="{7951F641-2FD6-9144-84CD-714048067B2D}">
      <dgm:prSet/>
      <dgm:spPr/>
      <dgm:t>
        <a:bodyPr/>
        <a:lstStyle/>
        <a:p>
          <a:endParaRPr lang="en-US"/>
        </a:p>
      </dgm:t>
    </dgm:pt>
    <dgm:pt modelId="{6E12489F-5426-224D-A6C2-65D2277631C4}" type="sibTrans" cxnId="{7951F641-2FD6-9144-84CD-714048067B2D}">
      <dgm:prSet/>
      <dgm:spPr/>
      <dgm:t>
        <a:bodyPr/>
        <a:lstStyle/>
        <a:p>
          <a:endParaRPr lang="en-US"/>
        </a:p>
      </dgm:t>
    </dgm:pt>
    <dgm:pt modelId="{7512045B-CCB5-3040-8D99-BE77043E29E3}">
      <dgm:prSet phldrT="[Text]"/>
      <dgm:spPr>
        <a:solidFill>
          <a:srgbClr val="B42632"/>
        </a:solidFill>
      </dgm:spPr>
      <dgm:t>
        <a:bodyPr/>
        <a:lstStyle/>
        <a:p>
          <a:pPr rtl="0"/>
          <a:r>
            <a:rPr lang="en-US" dirty="0">
              <a:solidFill>
                <a:schemeClr val="bg1"/>
              </a:solidFill>
              <a:latin typeface="Times New Roman" panose="02020603050405020304" pitchFamily="18" charset="0"/>
              <a:cs typeface="Times New Roman" panose="02020603050405020304" pitchFamily="18" charset="0"/>
            </a:rPr>
            <a:t>Share Form</a:t>
          </a:r>
        </a:p>
      </dgm:t>
    </dgm:pt>
    <dgm:pt modelId="{380862AA-4C3C-C241-9B8C-2A7BBC56F092}" type="parTrans" cxnId="{F515FE10-600D-4D4F-9617-9814D6F1A50D}">
      <dgm:prSet/>
      <dgm:spPr/>
      <dgm:t>
        <a:bodyPr/>
        <a:lstStyle/>
        <a:p>
          <a:endParaRPr lang="en-US"/>
        </a:p>
      </dgm:t>
    </dgm:pt>
    <dgm:pt modelId="{7EC8F21D-B8F2-5D4D-83C3-E0D08581727B}" type="sibTrans" cxnId="{F515FE10-600D-4D4F-9617-9814D6F1A50D}">
      <dgm:prSet/>
      <dgm:spPr/>
      <dgm:t>
        <a:bodyPr/>
        <a:lstStyle/>
        <a:p>
          <a:endParaRPr lang="en-US"/>
        </a:p>
      </dgm:t>
    </dgm:pt>
    <dgm:pt modelId="{1EB9991C-D994-D742-A1AA-F2AED21FD1FF}">
      <dgm:prSet phldrT="[Text]" custT="1"/>
      <dgm:spPr>
        <a:solidFill>
          <a:schemeClr val="tx1">
            <a:alpha val="90000"/>
          </a:schemeClr>
        </a:solidFill>
        <a:ln>
          <a:solidFill>
            <a:schemeClr val="bg1">
              <a:alpha val="90000"/>
            </a:schemeClr>
          </a:solidFill>
        </a:ln>
      </dgm:spPr>
      <dgm:t>
        <a:bodyPr/>
        <a:lstStyle/>
        <a:p>
          <a:pPr>
            <a:buNone/>
          </a:pPr>
          <a:r>
            <a:rPr lang="en-PS" sz="2000" b="0" i="0" dirty="0">
              <a:solidFill>
                <a:schemeClr val="bg1"/>
              </a:solidFill>
              <a:latin typeface="Times New Roman" panose="02020603050405020304" pitchFamily="18" charset="0"/>
              <a:cs typeface="Times New Roman" panose="02020603050405020304" pitchFamily="18" charset="0"/>
            </a:rPr>
            <a:t>Allows users to submit their stories, photos, or videos for admin review before publishing.</a:t>
          </a:r>
          <a:endParaRPr lang="en-US" sz="2000" dirty="0">
            <a:solidFill>
              <a:schemeClr val="bg1"/>
            </a:solidFill>
            <a:latin typeface="Times New Roman" panose="02020603050405020304" pitchFamily="18" charset="0"/>
            <a:cs typeface="Times New Roman" panose="02020603050405020304" pitchFamily="18" charset="0"/>
          </a:endParaRPr>
        </a:p>
      </dgm:t>
    </dgm:pt>
    <dgm:pt modelId="{DB2589C8-0927-3A4D-8F1B-6E9A66509013}" type="parTrans" cxnId="{ABF7413D-E435-9842-A90E-2678C5E4AFD4}">
      <dgm:prSet/>
      <dgm:spPr/>
      <dgm:t>
        <a:bodyPr/>
        <a:lstStyle/>
        <a:p>
          <a:endParaRPr lang="en-US"/>
        </a:p>
      </dgm:t>
    </dgm:pt>
    <dgm:pt modelId="{84C04D98-DFA6-7145-BF75-181EE92B0B28}" type="sibTrans" cxnId="{ABF7413D-E435-9842-A90E-2678C5E4AFD4}">
      <dgm:prSet/>
      <dgm:spPr/>
      <dgm:t>
        <a:bodyPr/>
        <a:lstStyle/>
        <a:p>
          <a:endParaRPr lang="en-US"/>
        </a:p>
      </dgm:t>
    </dgm:pt>
    <dgm:pt modelId="{E9A0887E-2653-6D4F-95AD-7DE9C04BD18A}">
      <dgm:prSet phldrT="[Text]"/>
      <dgm:spPr>
        <a:solidFill>
          <a:srgbClr val="B42632"/>
        </a:solidFill>
      </dgm:spPr>
      <dgm:t>
        <a:bodyPr/>
        <a:lstStyle/>
        <a:p>
          <a:pPr rtl="0"/>
          <a:r>
            <a:rPr lang="en-US" dirty="0">
              <a:solidFill>
                <a:schemeClr val="bg1"/>
              </a:solidFill>
              <a:latin typeface="Times New Roman" panose="02020603050405020304" pitchFamily="18" charset="0"/>
              <a:cs typeface="Times New Roman" panose="02020603050405020304" pitchFamily="18" charset="0"/>
            </a:rPr>
            <a:t>Dashboard</a:t>
          </a:r>
        </a:p>
      </dgm:t>
    </dgm:pt>
    <dgm:pt modelId="{1903D75E-0376-884B-9B22-D160DDD04484}" type="parTrans" cxnId="{DB0EE9EE-CD08-7240-AB25-C80BDF7CDBDD}">
      <dgm:prSet/>
      <dgm:spPr/>
      <dgm:t>
        <a:bodyPr/>
        <a:lstStyle/>
        <a:p>
          <a:endParaRPr lang="en-US"/>
        </a:p>
      </dgm:t>
    </dgm:pt>
    <dgm:pt modelId="{F33581FF-13B6-A648-8134-1D2A523C9525}" type="sibTrans" cxnId="{DB0EE9EE-CD08-7240-AB25-C80BDF7CDBDD}">
      <dgm:prSet/>
      <dgm:spPr/>
      <dgm:t>
        <a:bodyPr/>
        <a:lstStyle/>
        <a:p>
          <a:endParaRPr lang="en-US"/>
        </a:p>
      </dgm:t>
    </dgm:pt>
    <dgm:pt modelId="{B4061E72-D850-894C-AC6A-BD725F1F6C3C}">
      <dgm:prSet phldrT="[Text]" custT="1"/>
      <dgm:spPr>
        <a:solidFill>
          <a:schemeClr val="tx1">
            <a:alpha val="90000"/>
          </a:schemeClr>
        </a:solidFill>
        <a:ln>
          <a:solidFill>
            <a:schemeClr val="bg1">
              <a:alpha val="90000"/>
            </a:schemeClr>
          </a:solidFill>
        </a:ln>
      </dgm:spPr>
      <dgm:t>
        <a:bodyPr/>
        <a:lstStyle/>
        <a:p>
          <a:pPr>
            <a:buNone/>
          </a:pPr>
          <a:r>
            <a:rPr lang="en-PS" sz="2000" b="0" i="0" dirty="0">
              <a:solidFill>
                <a:schemeClr val="bg1"/>
              </a:solidFill>
              <a:latin typeface="Times New Roman" panose="02020603050405020304" pitchFamily="18" charset="0"/>
              <a:cs typeface="Times New Roman" panose="02020603050405020304" pitchFamily="18" charset="0"/>
            </a:rPr>
            <a:t>Allows the admin to manage stories, photos, videos, team members, and user submissions.</a:t>
          </a:r>
          <a:endParaRPr lang="en-US" sz="2000" dirty="0">
            <a:solidFill>
              <a:schemeClr val="bg1"/>
            </a:solidFill>
            <a:latin typeface="Times New Roman" panose="02020603050405020304" pitchFamily="18" charset="0"/>
            <a:cs typeface="Times New Roman" panose="02020603050405020304" pitchFamily="18" charset="0"/>
          </a:endParaRPr>
        </a:p>
      </dgm:t>
    </dgm:pt>
    <dgm:pt modelId="{D4845819-E8FB-2545-AAB3-6BEF6065E43D}" type="parTrans" cxnId="{DBD4AA82-2B14-D642-901B-40663F01223F}">
      <dgm:prSet/>
      <dgm:spPr/>
      <dgm:t>
        <a:bodyPr/>
        <a:lstStyle/>
        <a:p>
          <a:endParaRPr lang="en-US"/>
        </a:p>
      </dgm:t>
    </dgm:pt>
    <dgm:pt modelId="{3F005A0A-9760-064F-A5A9-21909BE36063}" type="sibTrans" cxnId="{DBD4AA82-2B14-D642-901B-40663F01223F}">
      <dgm:prSet/>
      <dgm:spPr/>
      <dgm:t>
        <a:bodyPr/>
        <a:lstStyle/>
        <a:p>
          <a:endParaRPr lang="en-US"/>
        </a:p>
      </dgm:t>
    </dgm:pt>
    <dgm:pt modelId="{77ADF349-D0B7-CA4C-8FFE-3C8C44E0F5E2}" type="pres">
      <dgm:prSet presAssocID="{09C64339-1C41-1E4D-8D1C-0FE1C0416007}" presName="Name0" presStyleCnt="0">
        <dgm:presLayoutVars>
          <dgm:chPref val="3"/>
          <dgm:dir/>
          <dgm:animLvl val="lvl"/>
          <dgm:resizeHandles/>
        </dgm:presLayoutVars>
      </dgm:prSet>
      <dgm:spPr/>
    </dgm:pt>
    <dgm:pt modelId="{B0A00497-EFA9-FB49-A52A-E61E8798D279}" type="pres">
      <dgm:prSet presAssocID="{7B9AFAED-BFEB-9F42-BD8B-019BB857C581}" presName="horFlow" presStyleCnt="0"/>
      <dgm:spPr/>
    </dgm:pt>
    <dgm:pt modelId="{1EAA324F-6C21-A544-91DD-F8F78A9FC561}" type="pres">
      <dgm:prSet presAssocID="{7B9AFAED-BFEB-9F42-BD8B-019BB857C581}" presName="bigChev" presStyleLbl="node1" presStyleIdx="0" presStyleCnt="3"/>
      <dgm:spPr/>
    </dgm:pt>
    <dgm:pt modelId="{EE29C26B-ED17-A245-9025-2054B255C2E8}" type="pres">
      <dgm:prSet presAssocID="{007DD68E-228E-C24D-9DA6-9C068253F932}" presName="parTrans" presStyleCnt="0"/>
      <dgm:spPr/>
    </dgm:pt>
    <dgm:pt modelId="{C651D747-EEB3-F94B-873A-BF3FF83BA604}" type="pres">
      <dgm:prSet presAssocID="{D85D5CF5-19D6-0343-BAB8-D7955C1F3597}" presName="node" presStyleLbl="alignAccFollowNode1" presStyleIdx="0" presStyleCnt="3" custScaleX="122219">
        <dgm:presLayoutVars>
          <dgm:bulletEnabled val="1"/>
        </dgm:presLayoutVars>
      </dgm:prSet>
      <dgm:spPr/>
    </dgm:pt>
    <dgm:pt modelId="{EB4EB75A-23C7-0441-BC9F-720C620F9DA0}" type="pres">
      <dgm:prSet presAssocID="{7B9AFAED-BFEB-9F42-BD8B-019BB857C581}" presName="vSp" presStyleCnt="0"/>
      <dgm:spPr/>
    </dgm:pt>
    <dgm:pt modelId="{4C2DB0FD-31C6-2845-B728-585137D4EC5A}" type="pres">
      <dgm:prSet presAssocID="{7512045B-CCB5-3040-8D99-BE77043E29E3}" presName="horFlow" presStyleCnt="0"/>
      <dgm:spPr/>
    </dgm:pt>
    <dgm:pt modelId="{0F410DC4-1DCC-AD48-8328-9458C88799F4}" type="pres">
      <dgm:prSet presAssocID="{7512045B-CCB5-3040-8D99-BE77043E29E3}" presName="bigChev" presStyleLbl="node1" presStyleIdx="1" presStyleCnt="3"/>
      <dgm:spPr/>
    </dgm:pt>
    <dgm:pt modelId="{71AEE1B0-EF6C-9C4B-9F76-7623FC9FA9E7}" type="pres">
      <dgm:prSet presAssocID="{DB2589C8-0927-3A4D-8F1B-6E9A66509013}" presName="parTrans" presStyleCnt="0"/>
      <dgm:spPr/>
    </dgm:pt>
    <dgm:pt modelId="{E7227339-B730-5147-9C67-F72E511FF6AD}" type="pres">
      <dgm:prSet presAssocID="{1EB9991C-D994-D742-A1AA-F2AED21FD1FF}" presName="node" presStyleLbl="alignAccFollowNode1" presStyleIdx="1" presStyleCnt="3" custScaleX="122775">
        <dgm:presLayoutVars>
          <dgm:bulletEnabled val="1"/>
        </dgm:presLayoutVars>
      </dgm:prSet>
      <dgm:spPr/>
    </dgm:pt>
    <dgm:pt modelId="{4178207C-9A5F-754C-BDAA-8BB82F70A32F}" type="pres">
      <dgm:prSet presAssocID="{7512045B-CCB5-3040-8D99-BE77043E29E3}" presName="vSp" presStyleCnt="0"/>
      <dgm:spPr/>
    </dgm:pt>
    <dgm:pt modelId="{42ECCF98-BE5D-9542-81E5-0ABAFA192E7C}" type="pres">
      <dgm:prSet presAssocID="{E9A0887E-2653-6D4F-95AD-7DE9C04BD18A}" presName="horFlow" presStyleCnt="0"/>
      <dgm:spPr/>
    </dgm:pt>
    <dgm:pt modelId="{0DD0193B-6674-6843-B14E-EDC257ED5308}" type="pres">
      <dgm:prSet presAssocID="{E9A0887E-2653-6D4F-95AD-7DE9C04BD18A}" presName="bigChev" presStyleLbl="node1" presStyleIdx="2" presStyleCnt="3"/>
      <dgm:spPr/>
    </dgm:pt>
    <dgm:pt modelId="{C28CAE17-3CD2-1A49-8802-2E1CD0CC2E00}" type="pres">
      <dgm:prSet presAssocID="{D4845819-E8FB-2545-AAB3-6BEF6065E43D}" presName="parTrans" presStyleCnt="0"/>
      <dgm:spPr/>
    </dgm:pt>
    <dgm:pt modelId="{07FD4D0B-244A-B04B-859A-7EEABCA6EC21}" type="pres">
      <dgm:prSet presAssocID="{B4061E72-D850-894C-AC6A-BD725F1F6C3C}" presName="node" presStyleLbl="alignAccFollowNode1" presStyleIdx="2" presStyleCnt="3" custScaleX="126426">
        <dgm:presLayoutVars>
          <dgm:bulletEnabled val="1"/>
        </dgm:presLayoutVars>
      </dgm:prSet>
      <dgm:spPr/>
    </dgm:pt>
  </dgm:ptLst>
  <dgm:cxnLst>
    <dgm:cxn modelId="{F515FE10-600D-4D4F-9617-9814D6F1A50D}" srcId="{09C64339-1C41-1E4D-8D1C-0FE1C0416007}" destId="{7512045B-CCB5-3040-8D99-BE77043E29E3}" srcOrd="1" destOrd="0" parTransId="{380862AA-4C3C-C241-9B8C-2A7BBC56F092}" sibTransId="{7EC8F21D-B8F2-5D4D-83C3-E0D08581727B}"/>
    <dgm:cxn modelId="{ABF7413D-E435-9842-A90E-2678C5E4AFD4}" srcId="{7512045B-CCB5-3040-8D99-BE77043E29E3}" destId="{1EB9991C-D994-D742-A1AA-F2AED21FD1FF}" srcOrd="0" destOrd="0" parTransId="{DB2589C8-0927-3A4D-8F1B-6E9A66509013}" sibTransId="{84C04D98-DFA6-7145-BF75-181EE92B0B28}"/>
    <dgm:cxn modelId="{7951F641-2FD6-9144-84CD-714048067B2D}" srcId="{7B9AFAED-BFEB-9F42-BD8B-019BB857C581}" destId="{D85D5CF5-19D6-0343-BAB8-D7955C1F3597}" srcOrd="0" destOrd="0" parTransId="{007DD68E-228E-C24D-9DA6-9C068253F932}" sibTransId="{6E12489F-5426-224D-A6C2-65D2277631C4}"/>
    <dgm:cxn modelId="{DBD4AA82-2B14-D642-901B-40663F01223F}" srcId="{E9A0887E-2653-6D4F-95AD-7DE9C04BD18A}" destId="{B4061E72-D850-894C-AC6A-BD725F1F6C3C}" srcOrd="0" destOrd="0" parTransId="{D4845819-E8FB-2545-AAB3-6BEF6065E43D}" sibTransId="{3F005A0A-9760-064F-A5A9-21909BE36063}"/>
    <dgm:cxn modelId="{575F7083-54BD-134E-9E22-AB5D14B81F07}" type="presOf" srcId="{D85D5CF5-19D6-0343-BAB8-D7955C1F3597}" destId="{C651D747-EEB3-F94B-873A-BF3FF83BA604}" srcOrd="0" destOrd="0" presId="urn:microsoft.com/office/officeart/2005/8/layout/lProcess3"/>
    <dgm:cxn modelId="{C6B9639A-083C-2A4C-B28E-82264A4C9439}" type="presOf" srcId="{B4061E72-D850-894C-AC6A-BD725F1F6C3C}" destId="{07FD4D0B-244A-B04B-859A-7EEABCA6EC21}" srcOrd="0" destOrd="0" presId="urn:microsoft.com/office/officeart/2005/8/layout/lProcess3"/>
    <dgm:cxn modelId="{525C509C-07FD-1F40-A389-8D1D85442FB9}" srcId="{09C64339-1C41-1E4D-8D1C-0FE1C0416007}" destId="{7B9AFAED-BFEB-9F42-BD8B-019BB857C581}" srcOrd="0" destOrd="0" parTransId="{BF618F6B-C0EF-374D-A9D3-421CE0BDC8DB}" sibTransId="{3BE60D20-A4ED-FB46-935A-83B406B260FE}"/>
    <dgm:cxn modelId="{60BA84C6-4528-A44B-8BF7-3BF65B1E1D99}" type="presOf" srcId="{1EB9991C-D994-D742-A1AA-F2AED21FD1FF}" destId="{E7227339-B730-5147-9C67-F72E511FF6AD}" srcOrd="0" destOrd="0" presId="urn:microsoft.com/office/officeart/2005/8/layout/lProcess3"/>
    <dgm:cxn modelId="{B4D830CF-8FCE-DF40-9956-8F2F07DED663}" type="presOf" srcId="{E9A0887E-2653-6D4F-95AD-7DE9C04BD18A}" destId="{0DD0193B-6674-6843-B14E-EDC257ED5308}" srcOrd="0" destOrd="0" presId="urn:microsoft.com/office/officeart/2005/8/layout/lProcess3"/>
    <dgm:cxn modelId="{DC0ACCE4-AB35-A44A-AF91-D3F8CE871797}" type="presOf" srcId="{7B9AFAED-BFEB-9F42-BD8B-019BB857C581}" destId="{1EAA324F-6C21-A544-91DD-F8F78A9FC561}" srcOrd="0" destOrd="0" presId="urn:microsoft.com/office/officeart/2005/8/layout/lProcess3"/>
    <dgm:cxn modelId="{DB0EE9EE-CD08-7240-AB25-C80BDF7CDBDD}" srcId="{09C64339-1C41-1E4D-8D1C-0FE1C0416007}" destId="{E9A0887E-2653-6D4F-95AD-7DE9C04BD18A}" srcOrd="2" destOrd="0" parTransId="{1903D75E-0376-884B-9B22-D160DDD04484}" sibTransId="{F33581FF-13B6-A648-8134-1D2A523C9525}"/>
    <dgm:cxn modelId="{AB7FAEF8-D1D4-864A-8E73-9FAD4E73C78C}" type="presOf" srcId="{09C64339-1C41-1E4D-8D1C-0FE1C0416007}" destId="{77ADF349-D0B7-CA4C-8FFE-3C8C44E0F5E2}" srcOrd="0" destOrd="0" presId="urn:microsoft.com/office/officeart/2005/8/layout/lProcess3"/>
    <dgm:cxn modelId="{5C5D48FA-01B0-F14D-B516-592952792B00}" type="presOf" srcId="{7512045B-CCB5-3040-8D99-BE77043E29E3}" destId="{0F410DC4-1DCC-AD48-8328-9458C88799F4}" srcOrd="0" destOrd="0" presId="urn:microsoft.com/office/officeart/2005/8/layout/lProcess3"/>
    <dgm:cxn modelId="{24890588-0AC6-3840-8CD7-D334FF949524}" type="presParOf" srcId="{77ADF349-D0B7-CA4C-8FFE-3C8C44E0F5E2}" destId="{B0A00497-EFA9-FB49-A52A-E61E8798D279}" srcOrd="0" destOrd="0" presId="urn:microsoft.com/office/officeart/2005/8/layout/lProcess3"/>
    <dgm:cxn modelId="{9B5084D9-0FD4-2541-974E-D5AA88EBB7C8}" type="presParOf" srcId="{B0A00497-EFA9-FB49-A52A-E61E8798D279}" destId="{1EAA324F-6C21-A544-91DD-F8F78A9FC561}" srcOrd="0" destOrd="0" presId="urn:microsoft.com/office/officeart/2005/8/layout/lProcess3"/>
    <dgm:cxn modelId="{394AF64C-BA58-F041-B1E5-949B839A8D49}" type="presParOf" srcId="{B0A00497-EFA9-FB49-A52A-E61E8798D279}" destId="{EE29C26B-ED17-A245-9025-2054B255C2E8}" srcOrd="1" destOrd="0" presId="urn:microsoft.com/office/officeart/2005/8/layout/lProcess3"/>
    <dgm:cxn modelId="{AF09E197-4B74-B444-B0B7-AE0D033C53D5}" type="presParOf" srcId="{B0A00497-EFA9-FB49-A52A-E61E8798D279}" destId="{C651D747-EEB3-F94B-873A-BF3FF83BA604}" srcOrd="2" destOrd="0" presId="urn:microsoft.com/office/officeart/2005/8/layout/lProcess3"/>
    <dgm:cxn modelId="{E61478FE-1855-104C-9CFA-96BFAD43886B}" type="presParOf" srcId="{77ADF349-D0B7-CA4C-8FFE-3C8C44E0F5E2}" destId="{EB4EB75A-23C7-0441-BC9F-720C620F9DA0}" srcOrd="1" destOrd="0" presId="urn:microsoft.com/office/officeart/2005/8/layout/lProcess3"/>
    <dgm:cxn modelId="{378B8614-BF2D-6C48-A7E8-2AF60D2B0A6E}" type="presParOf" srcId="{77ADF349-D0B7-CA4C-8FFE-3C8C44E0F5E2}" destId="{4C2DB0FD-31C6-2845-B728-585137D4EC5A}" srcOrd="2" destOrd="0" presId="urn:microsoft.com/office/officeart/2005/8/layout/lProcess3"/>
    <dgm:cxn modelId="{8057D611-3A0A-CB4F-989A-0206ACE87327}" type="presParOf" srcId="{4C2DB0FD-31C6-2845-B728-585137D4EC5A}" destId="{0F410DC4-1DCC-AD48-8328-9458C88799F4}" srcOrd="0" destOrd="0" presId="urn:microsoft.com/office/officeart/2005/8/layout/lProcess3"/>
    <dgm:cxn modelId="{214A0458-A9B7-E34E-9664-4E9B72CE0DD8}" type="presParOf" srcId="{4C2DB0FD-31C6-2845-B728-585137D4EC5A}" destId="{71AEE1B0-EF6C-9C4B-9F76-7623FC9FA9E7}" srcOrd="1" destOrd="0" presId="urn:microsoft.com/office/officeart/2005/8/layout/lProcess3"/>
    <dgm:cxn modelId="{281F50A8-F924-F14E-8EE4-3341AACD20D3}" type="presParOf" srcId="{4C2DB0FD-31C6-2845-B728-585137D4EC5A}" destId="{E7227339-B730-5147-9C67-F72E511FF6AD}" srcOrd="2" destOrd="0" presId="urn:microsoft.com/office/officeart/2005/8/layout/lProcess3"/>
    <dgm:cxn modelId="{3DD51D4B-6BF7-5D42-BA16-91073403E55D}" type="presParOf" srcId="{77ADF349-D0B7-CA4C-8FFE-3C8C44E0F5E2}" destId="{4178207C-9A5F-754C-BDAA-8BB82F70A32F}" srcOrd="3" destOrd="0" presId="urn:microsoft.com/office/officeart/2005/8/layout/lProcess3"/>
    <dgm:cxn modelId="{3AB162DD-5C64-5C40-AC4F-43CF548495E0}" type="presParOf" srcId="{77ADF349-D0B7-CA4C-8FFE-3C8C44E0F5E2}" destId="{42ECCF98-BE5D-9542-81E5-0ABAFA192E7C}" srcOrd="4" destOrd="0" presId="urn:microsoft.com/office/officeart/2005/8/layout/lProcess3"/>
    <dgm:cxn modelId="{113DAB24-5CF0-0549-9A97-B22B5E772CF6}" type="presParOf" srcId="{42ECCF98-BE5D-9542-81E5-0ABAFA192E7C}" destId="{0DD0193B-6674-6843-B14E-EDC257ED5308}" srcOrd="0" destOrd="0" presId="urn:microsoft.com/office/officeart/2005/8/layout/lProcess3"/>
    <dgm:cxn modelId="{087656D9-C1C8-624D-ACDA-C6DA09FCD40C}" type="presParOf" srcId="{42ECCF98-BE5D-9542-81E5-0ABAFA192E7C}" destId="{C28CAE17-3CD2-1A49-8802-2E1CD0CC2E00}" srcOrd="1" destOrd="0" presId="urn:microsoft.com/office/officeart/2005/8/layout/lProcess3"/>
    <dgm:cxn modelId="{46D2F26D-226F-5D49-A4D0-FF44E02919A8}" type="presParOf" srcId="{42ECCF98-BE5D-9542-81E5-0ABAFA192E7C}" destId="{07FD4D0B-244A-B04B-859A-7EEABCA6EC21}" srcOrd="2" destOrd="0" presId="urn:microsoft.com/office/officeart/2005/8/layout/l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75434F6-1039-2D40-9A40-AFF7C99890C0}" type="doc">
      <dgm:prSet loTypeId="urn:microsoft.com/office/officeart/2005/8/layout/default" loCatId="" qsTypeId="urn:microsoft.com/office/officeart/2005/8/quickstyle/3d2" qsCatId="3D" csTypeId="urn:microsoft.com/office/officeart/2005/8/colors/accent1_2" csCatId="accent1" phldr="1"/>
      <dgm:spPr/>
      <dgm:t>
        <a:bodyPr/>
        <a:lstStyle/>
        <a:p>
          <a:endParaRPr lang="en-US"/>
        </a:p>
      </dgm:t>
    </dgm:pt>
    <dgm:pt modelId="{29F4D0DF-AFED-3745-B0E7-4F5374753A5D}">
      <dgm:prSet phldrT="[Text]" custT="1"/>
      <dgm:spPr>
        <a:solidFill>
          <a:schemeClr val="tx1"/>
        </a:solidFill>
        <a:ln>
          <a:solidFill>
            <a:srgbClr val="B42632"/>
          </a:solidFill>
        </a:ln>
      </dgm:spPr>
      <dgm:t>
        <a:bodyPr/>
        <a:lstStyle/>
        <a:p>
          <a:pPr algn="l" rtl="0"/>
          <a:r>
            <a:rPr lang="en-US" sz="1600" b="1" dirty="0">
              <a:latin typeface="Times New Roman" panose="02020603050405020304" pitchFamily="18" charset="0"/>
              <a:cs typeface="Times New Roman" panose="02020603050405020304" pitchFamily="18" charset="0"/>
            </a:rPr>
            <a:t>1-  Content Quilty:</a:t>
          </a:r>
        </a:p>
        <a:p>
          <a:pPr algn="l" rtl="0"/>
          <a:r>
            <a:rPr lang="en-US" sz="1600" dirty="0">
              <a:latin typeface="Times New Roman" panose="02020603050405020304" pitchFamily="18" charset="0"/>
              <a:cs typeface="Times New Roman" panose="02020603050405020304" pitchFamily="18" charset="0"/>
            </a:rPr>
            <a:t>The site relies on content from other sites, so stories, images and videos may vary in accuracy, quality and completeness.</a:t>
          </a:r>
        </a:p>
        <a:p>
          <a:pPr algn="l" rtl="0"/>
          <a:r>
            <a:rPr lang="en-US" sz="1600" b="1" dirty="0">
              <a:latin typeface="Times New Roman" panose="02020603050405020304" pitchFamily="18" charset="0"/>
              <a:cs typeface="Times New Roman" panose="02020603050405020304" pitchFamily="18" charset="0"/>
            </a:rPr>
            <a:t>2-  Language Limitation:</a:t>
          </a:r>
        </a:p>
        <a:p>
          <a:pPr algn="l" rtl="0"/>
          <a:r>
            <a:rPr lang="en-US" sz="1600" dirty="0">
              <a:latin typeface="Times New Roman" panose="02020603050405020304" pitchFamily="18" charset="0"/>
              <a:cs typeface="Times New Roman" panose="02020603050405020304" pitchFamily="18" charset="0"/>
            </a:rPr>
            <a:t>The website currently only supports the Arabic language, and no English version or automatic translation of the content has been implemented.</a:t>
          </a:r>
          <a:endParaRPr lang="ar-SA" sz="1600" dirty="0">
            <a:latin typeface="Times New Roman" panose="02020603050405020304" pitchFamily="18" charset="0"/>
            <a:cs typeface="Times New Roman" panose="02020603050405020304" pitchFamily="18" charset="0"/>
          </a:endParaRPr>
        </a:p>
        <a:p>
          <a:pPr algn="l" rtl="0"/>
          <a:r>
            <a:rPr lang="en-US" sz="1600" b="1" dirty="0">
              <a:latin typeface="Times New Roman" panose="02020603050405020304" pitchFamily="18" charset="0"/>
              <a:cs typeface="Times New Roman" panose="02020603050405020304" pitchFamily="18" charset="0"/>
            </a:rPr>
            <a:t>3-  </a:t>
          </a:r>
          <a:r>
            <a:rPr lang="en-PS" sz="1600" b="1" i="0" dirty="0">
              <a:latin typeface="Times New Roman" panose="02020603050405020304" pitchFamily="18" charset="0"/>
              <a:cs typeface="Times New Roman" panose="02020603050405020304" pitchFamily="18" charset="0"/>
            </a:rPr>
            <a:t>Media Storage &amp; Performance:</a:t>
          </a:r>
        </a:p>
        <a:p>
          <a:pPr algn="l" rtl="0"/>
          <a:r>
            <a:rPr lang="en-US" sz="1600" b="0" i="0" dirty="0">
              <a:latin typeface="Times New Roman" panose="02020603050405020304" pitchFamily="18" charset="0"/>
              <a:cs typeface="Times New Roman" panose="02020603050405020304" pitchFamily="18" charset="0"/>
            </a:rPr>
            <a:t>Because the project contains images and videos, it needs good storage space and a stable internet connection in order for files to be uploaded and displayed efficiently.</a:t>
          </a:r>
        </a:p>
        <a:p>
          <a:pPr algn="l" rtl="0"/>
          <a:r>
            <a:rPr lang="en-US" sz="1600" b="1" i="0" dirty="0">
              <a:latin typeface="Times New Roman" panose="02020603050405020304" pitchFamily="18" charset="0"/>
              <a:cs typeface="Times New Roman" panose="02020603050405020304" pitchFamily="18" charset="0"/>
            </a:rPr>
            <a:t>4-  Limited Advanced Features:</a:t>
          </a:r>
          <a:br>
            <a:rPr lang="en-PS" sz="1600" dirty="0">
              <a:cs typeface="+mj-cs"/>
            </a:rPr>
          </a:br>
          <a:r>
            <a:rPr lang="en-US" sz="1600" dirty="0">
              <a:cs typeface="+mj-cs"/>
            </a:rPr>
            <a:t>The current version does not contain advanced features such as analytics, automatic translation, or long-term digital preservation tools.</a:t>
          </a:r>
          <a:endParaRPr lang="ar-SA" sz="1600" dirty="0">
            <a:latin typeface="Times New Roman" panose="02020603050405020304" pitchFamily="18" charset="0"/>
            <a:cs typeface="Times New Roman" panose="02020603050405020304" pitchFamily="18" charset="0"/>
          </a:endParaRPr>
        </a:p>
        <a:p>
          <a:pPr algn="ctr" rtl="1"/>
          <a:endParaRPr lang="en-US" sz="1600" dirty="0">
            <a:latin typeface="Times New Roman" panose="02020603050405020304" pitchFamily="18" charset="0"/>
            <a:cs typeface="Times New Roman" panose="02020603050405020304" pitchFamily="18" charset="0"/>
          </a:endParaRPr>
        </a:p>
      </dgm:t>
    </dgm:pt>
    <dgm:pt modelId="{E162E49A-C41F-EA4B-8085-A2F046A8A736}" type="parTrans" cxnId="{9DE480EE-3402-2B4B-8AD3-3B7C2E8227A3}">
      <dgm:prSet/>
      <dgm:spPr/>
      <dgm:t>
        <a:bodyPr/>
        <a:lstStyle/>
        <a:p>
          <a:endParaRPr lang="en-US"/>
        </a:p>
      </dgm:t>
    </dgm:pt>
    <dgm:pt modelId="{F7D6D450-E25E-FF49-A67C-40E46D674E18}" type="sibTrans" cxnId="{9DE480EE-3402-2B4B-8AD3-3B7C2E8227A3}">
      <dgm:prSet/>
      <dgm:spPr/>
      <dgm:t>
        <a:bodyPr/>
        <a:lstStyle/>
        <a:p>
          <a:endParaRPr lang="en-US"/>
        </a:p>
      </dgm:t>
    </dgm:pt>
    <dgm:pt modelId="{535B332D-73C5-3548-B630-424CD72397F2}">
      <dgm:prSet phldrT="[Text]" custT="1"/>
      <dgm:spPr>
        <a:solidFill>
          <a:srgbClr val="B42632"/>
        </a:solidFill>
        <a:ln>
          <a:solidFill>
            <a:srgbClr val="B42632"/>
          </a:solidFill>
        </a:ln>
      </dgm:spPr>
      <dgm:t>
        <a:bodyPr/>
        <a:lstStyle/>
        <a:p>
          <a:pPr algn="l" rtl="0"/>
          <a:r>
            <a:rPr lang="en-US" sz="1800" b="1" dirty="0">
              <a:latin typeface="Times New Roman" panose="02020603050405020304" pitchFamily="18" charset="0"/>
              <a:cs typeface="Times New Roman" panose="02020603050405020304" pitchFamily="18" charset="0"/>
            </a:rPr>
            <a:t>1- Multilingual Support:</a:t>
          </a:r>
        </a:p>
        <a:p>
          <a:pPr algn="l" rtl="0"/>
          <a:r>
            <a:rPr lang="en-US" sz="1800" dirty="0">
              <a:latin typeface="Times New Roman" panose="02020603050405020304" pitchFamily="18" charset="0"/>
              <a:cs typeface="Times New Roman" panose="02020603050405020304" pitchFamily="18" charset="0"/>
            </a:rPr>
            <a:t>Adding translations of the stories into several languages ​​so that the stories of Gaza reach a wider global audience.</a:t>
          </a:r>
        </a:p>
        <a:p>
          <a:pPr algn="l" rtl="0"/>
          <a:r>
            <a:rPr lang="en-US" sz="1800" b="1" dirty="0">
              <a:latin typeface="Times New Roman" panose="02020603050405020304" pitchFamily="18" charset="0"/>
              <a:cs typeface="Times New Roman" panose="02020603050405020304" pitchFamily="18" charset="0"/>
            </a:rPr>
            <a:t>2- Digital Timeline:</a:t>
          </a:r>
        </a:p>
        <a:p>
          <a:pPr algn="l" rtl="0"/>
          <a:r>
            <a:rPr lang="en-US" sz="1800" dirty="0">
              <a:latin typeface="Times New Roman" panose="02020603050405020304" pitchFamily="18" charset="0"/>
              <a:cs typeface="Times New Roman" panose="02020603050405020304" pitchFamily="18" charset="0"/>
            </a:rPr>
            <a:t>Creating an interactive timeline that displays stories and events in chronological order, to help the visitor understand the context of events.</a:t>
          </a:r>
        </a:p>
        <a:p>
          <a:pPr algn="l" rtl="0"/>
          <a:r>
            <a:rPr lang="en-US" sz="1800" b="1" dirty="0">
              <a:latin typeface="Times New Roman" panose="02020603050405020304" pitchFamily="18" charset="0"/>
              <a:cs typeface="Times New Roman" panose="02020603050405020304" pitchFamily="18" charset="0"/>
            </a:rPr>
            <a:t>3- Interactive Maps</a:t>
          </a:r>
        </a:p>
        <a:p>
          <a:pPr algn="l" rtl="0"/>
          <a:r>
            <a:rPr lang="en-US" sz="1800" dirty="0">
              <a:latin typeface="Times New Roman" panose="02020603050405020304" pitchFamily="18" charset="0"/>
              <a:cs typeface="Times New Roman" panose="02020603050405020304" pitchFamily="18" charset="0"/>
            </a:rPr>
            <a:t>Adding interactive maps that display the locations of stories and events within Gaza, so that visitors can browse the content by region.</a:t>
          </a:r>
        </a:p>
        <a:p>
          <a:pPr algn="l" rtl="0"/>
          <a:r>
            <a:rPr lang="en-US" sz="1800" b="1" dirty="0">
              <a:latin typeface="Times New Roman" panose="02020603050405020304" pitchFamily="18" charset="0"/>
              <a:cs typeface="Times New Roman" panose="02020603050405020304" pitchFamily="18" charset="0"/>
            </a:rPr>
            <a:t>4- Analytic &amp; Backup:</a:t>
          </a:r>
        </a:p>
        <a:p>
          <a:pPr algn="l" rtl="0"/>
          <a:r>
            <a:rPr lang="en-US" sz="1800" dirty="0">
              <a:latin typeface="Times New Roman" panose="02020603050405020304" pitchFamily="18" charset="0"/>
              <a:cs typeface="Times New Roman" panose="02020603050405020304" pitchFamily="18" charset="0"/>
            </a:rPr>
            <a:t>Developing an analytics dashboard to track the number of stories, images, videos, and visitor interaction, with the addition of backups to protect content from loss.</a:t>
          </a:r>
        </a:p>
      </dgm:t>
    </dgm:pt>
    <dgm:pt modelId="{5CCAF421-3A8C-DE47-8B87-87C3E136F34A}" type="parTrans" cxnId="{BE58DA3F-D6A4-154E-BD94-0CBF64CBB1EB}">
      <dgm:prSet/>
      <dgm:spPr/>
      <dgm:t>
        <a:bodyPr/>
        <a:lstStyle/>
        <a:p>
          <a:endParaRPr lang="en-US"/>
        </a:p>
      </dgm:t>
    </dgm:pt>
    <dgm:pt modelId="{39D9309A-708C-D646-BB9B-436AD278D1AA}" type="sibTrans" cxnId="{BE58DA3F-D6A4-154E-BD94-0CBF64CBB1EB}">
      <dgm:prSet/>
      <dgm:spPr/>
      <dgm:t>
        <a:bodyPr/>
        <a:lstStyle/>
        <a:p>
          <a:endParaRPr lang="en-US"/>
        </a:p>
      </dgm:t>
    </dgm:pt>
    <dgm:pt modelId="{5F4126C3-A607-1340-A1D1-7D88F5691FFD}" type="pres">
      <dgm:prSet presAssocID="{B75434F6-1039-2D40-9A40-AFF7C99890C0}" presName="diagram" presStyleCnt="0">
        <dgm:presLayoutVars>
          <dgm:dir/>
          <dgm:resizeHandles val="exact"/>
        </dgm:presLayoutVars>
      </dgm:prSet>
      <dgm:spPr/>
    </dgm:pt>
    <dgm:pt modelId="{8DDE6771-C5EF-AE40-BAF3-E5B0015E380F}" type="pres">
      <dgm:prSet presAssocID="{29F4D0DF-AFED-3745-B0E7-4F5374753A5D}" presName="node" presStyleLbl="node1" presStyleIdx="0" presStyleCnt="2" custScaleX="94354" custScaleY="157324" custLinFactNeighborX="-13069" custLinFactNeighborY="18024">
        <dgm:presLayoutVars>
          <dgm:bulletEnabled val="1"/>
        </dgm:presLayoutVars>
      </dgm:prSet>
      <dgm:spPr/>
    </dgm:pt>
    <dgm:pt modelId="{15F2EEEA-03D8-664E-B0A3-68AC9204F78A}" type="pres">
      <dgm:prSet presAssocID="{F7D6D450-E25E-FF49-A67C-40E46D674E18}" presName="sibTrans" presStyleCnt="0"/>
      <dgm:spPr/>
    </dgm:pt>
    <dgm:pt modelId="{7C28C28A-40BD-4249-880C-F63589435A28}" type="pres">
      <dgm:prSet presAssocID="{535B332D-73C5-3548-B630-424CD72397F2}" presName="node" presStyleLbl="node1" presStyleIdx="1" presStyleCnt="2" custScaleX="98610" custScaleY="154969" custLinFactNeighborX="-579" custLinFactNeighborY="14642">
        <dgm:presLayoutVars>
          <dgm:bulletEnabled val="1"/>
        </dgm:presLayoutVars>
      </dgm:prSet>
      <dgm:spPr/>
    </dgm:pt>
  </dgm:ptLst>
  <dgm:cxnLst>
    <dgm:cxn modelId="{6CAA2107-AC72-314F-B0AA-C155D0A12DD4}" type="presOf" srcId="{29F4D0DF-AFED-3745-B0E7-4F5374753A5D}" destId="{8DDE6771-C5EF-AE40-BAF3-E5B0015E380F}" srcOrd="0" destOrd="0" presId="urn:microsoft.com/office/officeart/2005/8/layout/default"/>
    <dgm:cxn modelId="{BC267533-956A-A345-9380-4241ED650395}" type="presOf" srcId="{535B332D-73C5-3548-B630-424CD72397F2}" destId="{7C28C28A-40BD-4249-880C-F63589435A28}" srcOrd="0" destOrd="0" presId="urn:microsoft.com/office/officeart/2005/8/layout/default"/>
    <dgm:cxn modelId="{BE58DA3F-D6A4-154E-BD94-0CBF64CBB1EB}" srcId="{B75434F6-1039-2D40-9A40-AFF7C99890C0}" destId="{535B332D-73C5-3548-B630-424CD72397F2}" srcOrd="1" destOrd="0" parTransId="{5CCAF421-3A8C-DE47-8B87-87C3E136F34A}" sibTransId="{39D9309A-708C-D646-BB9B-436AD278D1AA}"/>
    <dgm:cxn modelId="{CE0072C6-D33E-594C-8B2A-5A6B515CADB5}" type="presOf" srcId="{B75434F6-1039-2D40-9A40-AFF7C99890C0}" destId="{5F4126C3-A607-1340-A1D1-7D88F5691FFD}" srcOrd="0" destOrd="0" presId="urn:microsoft.com/office/officeart/2005/8/layout/default"/>
    <dgm:cxn modelId="{9DE480EE-3402-2B4B-8AD3-3B7C2E8227A3}" srcId="{B75434F6-1039-2D40-9A40-AFF7C99890C0}" destId="{29F4D0DF-AFED-3745-B0E7-4F5374753A5D}" srcOrd="0" destOrd="0" parTransId="{E162E49A-C41F-EA4B-8085-A2F046A8A736}" sibTransId="{F7D6D450-E25E-FF49-A67C-40E46D674E18}"/>
    <dgm:cxn modelId="{F027D510-3058-ED4A-8B83-340DE74FA625}" type="presParOf" srcId="{5F4126C3-A607-1340-A1D1-7D88F5691FFD}" destId="{8DDE6771-C5EF-AE40-BAF3-E5B0015E380F}" srcOrd="0" destOrd="0" presId="urn:microsoft.com/office/officeart/2005/8/layout/default"/>
    <dgm:cxn modelId="{EA282450-F181-0043-9C5B-DD85DC4F9FA8}" type="presParOf" srcId="{5F4126C3-A607-1340-A1D1-7D88F5691FFD}" destId="{15F2EEEA-03D8-664E-B0A3-68AC9204F78A}" srcOrd="1" destOrd="0" presId="urn:microsoft.com/office/officeart/2005/8/layout/default"/>
    <dgm:cxn modelId="{C51A0213-E1E5-C046-9B7C-AE3063C8EC1E}" type="presParOf" srcId="{5F4126C3-A607-1340-A1D1-7D88F5691FFD}" destId="{7C28C28A-40BD-4249-880C-F63589435A28}"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5DA937C-A6FE-B245-8B3C-CA9305F38437}" type="doc">
      <dgm:prSet loTypeId="urn:microsoft.com/office/officeart/2005/8/layout/pList2" loCatId="" qsTypeId="urn:microsoft.com/office/officeart/2005/8/quickstyle/simple1" qsCatId="simple" csTypeId="urn:microsoft.com/office/officeart/2005/8/colors/colorful2" csCatId="colorful" phldr="1"/>
      <dgm:spPr/>
      <dgm:t>
        <a:bodyPr/>
        <a:lstStyle/>
        <a:p>
          <a:endParaRPr lang="en-US"/>
        </a:p>
      </dgm:t>
    </dgm:pt>
    <dgm:pt modelId="{2D2D16FD-BEAA-FF4B-B059-DE2195D37914}">
      <dgm:prSet phldrT="Name" custT="1"/>
      <dgm:spPr>
        <a:solidFill>
          <a:schemeClr val="bg1"/>
        </a:solidFill>
        <a:ln>
          <a:solidFill>
            <a:srgbClr val="B42632"/>
          </a:solidFill>
        </a:ln>
      </dgm:spPr>
      <dgm:t>
        <a:bodyPr/>
        <a:lstStyle/>
        <a:p>
          <a:pPr algn="ctr"/>
          <a:r>
            <a:rPr lang="en-US" sz="3200" dirty="0">
              <a:solidFill>
                <a:schemeClr val="tx1"/>
              </a:solidFill>
              <a:latin typeface="Times New Roman" panose="02020603050405020304" pitchFamily="18" charset="0"/>
              <a:cs typeface="Times New Roman" panose="02020603050405020304" pitchFamily="18" charset="0"/>
            </a:rPr>
            <a:t>Ahlam Ragaa Abu Diab</a:t>
          </a:r>
          <a:endParaRPr lang="en-US" sz="3200" dirty="0">
            <a:solidFill>
              <a:schemeClr val="tx1"/>
            </a:solidFill>
          </a:endParaRPr>
        </a:p>
      </dgm:t>
    </dgm:pt>
    <dgm:pt modelId="{BE01AF83-F643-9C45-A76C-8712D25337EA}" type="parTrans" cxnId="{49461488-8E3D-2542-904D-07983E564382}">
      <dgm:prSet/>
      <dgm:spPr/>
      <dgm:t>
        <a:bodyPr/>
        <a:lstStyle/>
        <a:p>
          <a:endParaRPr lang="en-US"/>
        </a:p>
      </dgm:t>
    </dgm:pt>
    <dgm:pt modelId="{790106A8-B159-9F48-B511-2859DAE15020}" type="sibTrans" cxnId="{49461488-8E3D-2542-904D-07983E564382}">
      <dgm:prSet/>
      <dgm:spPr/>
      <dgm:t>
        <a:bodyPr/>
        <a:lstStyle/>
        <a:p>
          <a:endParaRPr lang="en-US"/>
        </a:p>
      </dgm:t>
    </dgm:pt>
    <dgm:pt modelId="{9A599AA1-B4C3-5B44-ADCF-6D936D4F032D}">
      <dgm:prSet phldrT="Role" custT="1"/>
      <dgm:spPr>
        <a:solidFill>
          <a:schemeClr val="bg1"/>
        </a:solidFill>
        <a:ln>
          <a:solidFill>
            <a:srgbClr val="B42632"/>
          </a:solidFill>
        </a:ln>
      </dgm:spPr>
      <dgm:t>
        <a:bodyPr/>
        <a:lstStyle/>
        <a:p>
          <a:pPr algn="ctr"/>
          <a:r>
            <a:rPr lang="en-US" sz="1800" b="1" dirty="0">
              <a:solidFill>
                <a:srgbClr val="B42632"/>
              </a:solidFill>
              <a:latin typeface="Times New Roman" panose="02020603050405020304" pitchFamily="18" charset="0"/>
              <a:cs typeface="Times New Roman" panose="02020603050405020304" pitchFamily="18" charset="0"/>
            </a:rPr>
            <a:t>Software Development</a:t>
          </a:r>
        </a:p>
      </dgm:t>
    </dgm:pt>
    <dgm:pt modelId="{C9ED74C1-51B2-2647-BF39-2CF5474E62B6}" type="parTrans" cxnId="{BDFE09D8-A17D-4940-9E50-6A186F8F6B79}">
      <dgm:prSet/>
      <dgm:spPr/>
      <dgm:t>
        <a:bodyPr/>
        <a:lstStyle/>
        <a:p>
          <a:endParaRPr lang="en-US"/>
        </a:p>
      </dgm:t>
    </dgm:pt>
    <dgm:pt modelId="{1B0AAD21-AFF2-7040-A242-6E99A23656DE}" type="sibTrans" cxnId="{BDFE09D8-A17D-4940-9E50-6A186F8F6B79}">
      <dgm:prSet/>
      <dgm:spPr/>
      <dgm:t>
        <a:bodyPr/>
        <a:lstStyle/>
        <a:p>
          <a:endParaRPr lang="en-US"/>
        </a:p>
      </dgm:t>
    </dgm:pt>
    <dgm:pt modelId="{6A2AE11C-EDEB-9D4F-B44D-99C651EF83AC}">
      <dgm:prSet phldrT="Name" custT="1"/>
      <dgm:spPr>
        <a:solidFill>
          <a:schemeClr val="bg1"/>
        </a:solidFill>
        <a:ln>
          <a:solidFill>
            <a:srgbClr val="B42632"/>
          </a:solidFill>
        </a:ln>
      </dgm:spPr>
      <dgm:t>
        <a:bodyPr/>
        <a:lstStyle/>
        <a:p>
          <a:pPr algn="ctr"/>
          <a:r>
            <a:rPr lang="en-US" sz="3200" dirty="0">
              <a:solidFill>
                <a:schemeClr val="tx1"/>
              </a:solidFill>
              <a:latin typeface="Times New Roman" panose="02020603050405020304" pitchFamily="18" charset="0"/>
              <a:cs typeface="Times New Roman" panose="02020603050405020304" pitchFamily="18" charset="0"/>
            </a:rPr>
            <a:t>Mona Ahmed Hejazi</a:t>
          </a:r>
        </a:p>
      </dgm:t>
    </dgm:pt>
    <dgm:pt modelId="{88DABF7F-EC9A-E648-899A-BD41DB8807C9}" type="parTrans" cxnId="{E35FD8F0-E675-1C41-BFB0-C8BCE7DA621E}">
      <dgm:prSet/>
      <dgm:spPr/>
      <dgm:t>
        <a:bodyPr/>
        <a:lstStyle/>
        <a:p>
          <a:endParaRPr lang="en-US"/>
        </a:p>
      </dgm:t>
    </dgm:pt>
    <dgm:pt modelId="{2E985A33-F7CB-9C43-82ED-548E262780F1}" type="sibTrans" cxnId="{E35FD8F0-E675-1C41-BFB0-C8BCE7DA621E}">
      <dgm:prSet/>
      <dgm:spPr/>
      <dgm:t>
        <a:bodyPr/>
        <a:lstStyle/>
        <a:p>
          <a:endParaRPr lang="en-US"/>
        </a:p>
      </dgm:t>
    </dgm:pt>
    <dgm:pt modelId="{151ABF69-5180-D54C-8BCA-03D1704D211D}">
      <dgm:prSet phldrT="Role" custT="1"/>
      <dgm:spPr>
        <a:solidFill>
          <a:schemeClr val="bg1"/>
        </a:solidFill>
        <a:ln>
          <a:solidFill>
            <a:srgbClr val="B42632"/>
          </a:solidFill>
        </a:ln>
      </dgm:spPr>
      <dgm:t>
        <a:bodyPr/>
        <a:lstStyle/>
        <a:p>
          <a:pPr algn="ctr"/>
          <a:r>
            <a:rPr lang="en-US" sz="1800" b="1" dirty="0">
              <a:solidFill>
                <a:srgbClr val="B42632"/>
              </a:solidFill>
              <a:latin typeface="Times New Roman" panose="02020603050405020304" pitchFamily="18" charset="0"/>
              <a:cs typeface="Times New Roman" panose="02020603050405020304" pitchFamily="18" charset="0"/>
            </a:rPr>
            <a:t>Multimedia and Web Development</a:t>
          </a:r>
        </a:p>
      </dgm:t>
    </dgm:pt>
    <dgm:pt modelId="{044F867A-62FF-5F42-90FA-78D3DE0680EB}" type="parTrans" cxnId="{76DEAB34-2C13-B542-8AF1-240991F2B25B}">
      <dgm:prSet/>
      <dgm:spPr/>
      <dgm:t>
        <a:bodyPr/>
        <a:lstStyle/>
        <a:p>
          <a:endParaRPr lang="en-US"/>
        </a:p>
      </dgm:t>
    </dgm:pt>
    <dgm:pt modelId="{C9B7E1AA-DF7F-3D48-B5DF-D8ABA4563309}" type="sibTrans" cxnId="{76DEAB34-2C13-B542-8AF1-240991F2B25B}">
      <dgm:prSet/>
      <dgm:spPr/>
      <dgm:t>
        <a:bodyPr/>
        <a:lstStyle/>
        <a:p>
          <a:endParaRPr lang="en-US"/>
        </a:p>
      </dgm:t>
    </dgm:pt>
    <dgm:pt modelId="{8588C94D-133E-6348-8273-E3AC52F99924}">
      <dgm:prSet phldrT="Name" custT="1"/>
      <dgm:spPr>
        <a:solidFill>
          <a:schemeClr val="bg1"/>
        </a:solidFill>
        <a:ln>
          <a:solidFill>
            <a:srgbClr val="B42632"/>
          </a:solidFill>
        </a:ln>
      </dgm:spPr>
      <dgm:t>
        <a:bodyPr/>
        <a:lstStyle/>
        <a:p>
          <a:pPr algn="ctr"/>
          <a:r>
            <a:rPr lang="en-US" sz="3200" dirty="0">
              <a:solidFill>
                <a:schemeClr val="tx1"/>
              </a:solidFill>
              <a:latin typeface="Times New Roman" panose="02020603050405020304" pitchFamily="18" charset="0"/>
              <a:cs typeface="Times New Roman" panose="02020603050405020304" pitchFamily="18" charset="0"/>
            </a:rPr>
            <a:t>Huda Jameel Salama</a:t>
          </a:r>
        </a:p>
      </dgm:t>
    </dgm:pt>
    <dgm:pt modelId="{DF976F7F-79B8-C443-939F-296FCEDF89B3}" type="parTrans" cxnId="{6AA4988C-8228-CE42-A3F2-420708630EF3}">
      <dgm:prSet/>
      <dgm:spPr/>
      <dgm:t>
        <a:bodyPr/>
        <a:lstStyle/>
        <a:p>
          <a:endParaRPr lang="en-US"/>
        </a:p>
      </dgm:t>
    </dgm:pt>
    <dgm:pt modelId="{4BAF3B42-7DC6-6641-9ED3-01F8C433D8D7}" type="sibTrans" cxnId="{6AA4988C-8228-CE42-A3F2-420708630EF3}">
      <dgm:prSet/>
      <dgm:spPr/>
      <dgm:t>
        <a:bodyPr/>
        <a:lstStyle/>
        <a:p>
          <a:endParaRPr lang="en-US"/>
        </a:p>
      </dgm:t>
    </dgm:pt>
    <dgm:pt modelId="{FB1D369F-30BC-AC42-A0F7-EFE952B31EB2}">
      <dgm:prSet phldrT="Role" custT="1"/>
      <dgm:spPr>
        <a:solidFill>
          <a:schemeClr val="bg1"/>
        </a:solidFill>
        <a:ln>
          <a:solidFill>
            <a:srgbClr val="B42632"/>
          </a:solidFill>
        </a:ln>
      </dgm:spPr>
      <dgm:t>
        <a:bodyPr/>
        <a:lstStyle/>
        <a:p>
          <a:pPr algn="ctr"/>
          <a:r>
            <a:rPr lang="en-US" sz="1800" b="1" dirty="0">
              <a:solidFill>
                <a:srgbClr val="B42632"/>
              </a:solidFill>
              <a:latin typeface="Times New Roman" panose="02020603050405020304" pitchFamily="18" charset="0"/>
              <a:cs typeface="Times New Roman" panose="02020603050405020304" pitchFamily="18" charset="0"/>
            </a:rPr>
            <a:t>Multimedia and Web Development</a:t>
          </a:r>
        </a:p>
      </dgm:t>
    </dgm:pt>
    <dgm:pt modelId="{011FD32D-CC0F-1449-B5F4-8DC810C3EB6B}" type="parTrans" cxnId="{C0DB217F-88ED-8A4A-96A5-6F1241C40F48}">
      <dgm:prSet/>
      <dgm:spPr/>
      <dgm:t>
        <a:bodyPr/>
        <a:lstStyle/>
        <a:p>
          <a:endParaRPr lang="en-US"/>
        </a:p>
      </dgm:t>
    </dgm:pt>
    <dgm:pt modelId="{2949DCD0-94A3-D647-9954-3781BA18E529}" type="sibTrans" cxnId="{C0DB217F-88ED-8A4A-96A5-6F1241C40F48}">
      <dgm:prSet/>
      <dgm:spPr/>
      <dgm:t>
        <a:bodyPr/>
        <a:lstStyle/>
        <a:p>
          <a:endParaRPr lang="en-US"/>
        </a:p>
      </dgm:t>
    </dgm:pt>
    <dgm:pt modelId="{3847198A-6EDD-9B4E-A917-5D79F1D3CAC3}">
      <dgm:prSet phldrT="Name" custT="1"/>
      <dgm:spPr>
        <a:solidFill>
          <a:schemeClr val="bg1"/>
        </a:solidFill>
        <a:ln>
          <a:solidFill>
            <a:srgbClr val="B42632"/>
          </a:solidFill>
        </a:ln>
      </dgm:spPr>
      <dgm:t>
        <a:bodyPr/>
        <a:lstStyle/>
        <a:p>
          <a:pPr algn="ctr"/>
          <a:r>
            <a:rPr lang="en-US" sz="3200" dirty="0">
              <a:solidFill>
                <a:schemeClr val="tx1"/>
              </a:solidFill>
              <a:latin typeface="Times New Roman" panose="02020603050405020304" pitchFamily="18" charset="0"/>
              <a:cs typeface="Times New Roman" panose="02020603050405020304" pitchFamily="18" charset="0"/>
            </a:rPr>
            <a:t>Noora Asaad Ashour</a:t>
          </a:r>
        </a:p>
      </dgm:t>
    </dgm:pt>
    <dgm:pt modelId="{2DC214A1-75FB-F54A-A837-6B8DA2176AD7}" type="parTrans" cxnId="{12C317B8-28BC-2941-ABF9-54F7A95CB46D}">
      <dgm:prSet/>
      <dgm:spPr/>
      <dgm:t>
        <a:bodyPr/>
        <a:lstStyle/>
        <a:p>
          <a:endParaRPr lang="en-US"/>
        </a:p>
      </dgm:t>
    </dgm:pt>
    <dgm:pt modelId="{2A1320C5-75E2-7443-8B38-321930927CE3}" type="sibTrans" cxnId="{12C317B8-28BC-2941-ABF9-54F7A95CB46D}">
      <dgm:prSet/>
      <dgm:spPr/>
      <dgm:t>
        <a:bodyPr/>
        <a:lstStyle/>
        <a:p>
          <a:endParaRPr lang="en-US"/>
        </a:p>
      </dgm:t>
    </dgm:pt>
    <dgm:pt modelId="{BD759FE7-BD84-B747-8E84-9FF7C8E9C7B4}">
      <dgm:prSet phldrT="Role" custT="1"/>
      <dgm:spPr>
        <a:solidFill>
          <a:schemeClr val="bg1"/>
        </a:solidFill>
        <a:ln>
          <a:solidFill>
            <a:srgbClr val="B42632"/>
          </a:solidFill>
        </a:ln>
      </dgm:spPr>
      <dgm:t>
        <a:bodyPr/>
        <a:lstStyle/>
        <a:p>
          <a:pPr algn="ctr"/>
          <a:r>
            <a:rPr lang="en-US" sz="1800" b="1" dirty="0">
              <a:solidFill>
                <a:srgbClr val="B42632"/>
              </a:solidFill>
              <a:latin typeface="Times New Roman" panose="02020603050405020304" pitchFamily="18" charset="0"/>
              <a:cs typeface="Times New Roman" panose="02020603050405020304" pitchFamily="18" charset="0"/>
            </a:rPr>
            <a:t>Information Technology Systems</a:t>
          </a:r>
        </a:p>
      </dgm:t>
    </dgm:pt>
    <dgm:pt modelId="{6617C065-FB17-4749-ADD8-2CC3C8E91DD1}" type="parTrans" cxnId="{3DE0EA10-C5D1-3747-9EEE-02E12978F5A5}">
      <dgm:prSet/>
      <dgm:spPr/>
      <dgm:t>
        <a:bodyPr/>
        <a:lstStyle/>
        <a:p>
          <a:endParaRPr lang="en-US"/>
        </a:p>
      </dgm:t>
    </dgm:pt>
    <dgm:pt modelId="{0B15EFE7-F103-C542-806F-5F197A24AD5E}" type="sibTrans" cxnId="{3DE0EA10-C5D1-3747-9EEE-02E12978F5A5}">
      <dgm:prSet/>
      <dgm:spPr/>
      <dgm:t>
        <a:bodyPr/>
        <a:lstStyle/>
        <a:p>
          <a:endParaRPr lang="en-US"/>
        </a:p>
      </dgm:t>
    </dgm:pt>
    <dgm:pt modelId="{522C0B49-90B4-504B-8FBF-3F4D8FC52BB6}" type="pres">
      <dgm:prSet presAssocID="{45DA937C-A6FE-B245-8B3C-CA9305F38437}" presName="Name0" presStyleCnt="0">
        <dgm:presLayoutVars>
          <dgm:dir/>
          <dgm:resizeHandles val="exact"/>
        </dgm:presLayoutVars>
      </dgm:prSet>
      <dgm:spPr/>
    </dgm:pt>
    <dgm:pt modelId="{2FECF73B-8C78-794E-9F38-634C986111C8}" type="pres">
      <dgm:prSet presAssocID="{45DA937C-A6FE-B245-8B3C-CA9305F38437}" presName="bkgdShp" presStyleLbl="alignAccFollowNode1" presStyleIdx="0" presStyleCnt="1"/>
      <dgm:spPr>
        <a:solidFill>
          <a:schemeClr val="tx1">
            <a:alpha val="90000"/>
          </a:schemeClr>
        </a:solidFill>
        <a:ln>
          <a:solidFill>
            <a:srgbClr val="B42632">
              <a:alpha val="90000"/>
            </a:srgbClr>
          </a:solidFill>
        </a:ln>
      </dgm:spPr>
    </dgm:pt>
    <dgm:pt modelId="{B89338A9-2FC7-D341-A79C-848DAFAE2153}" type="pres">
      <dgm:prSet presAssocID="{45DA937C-A6FE-B245-8B3C-CA9305F38437}" presName="linComp" presStyleCnt="0"/>
      <dgm:spPr/>
    </dgm:pt>
    <dgm:pt modelId="{CE09217B-F2F0-F64B-AD1D-119F13996CA1}" type="pres">
      <dgm:prSet presAssocID="{2D2D16FD-BEAA-FF4B-B059-DE2195D37914}" presName="compNode" presStyleCnt="0"/>
      <dgm:spPr/>
    </dgm:pt>
    <dgm:pt modelId="{3D2D4D7E-995C-6846-AD41-B79F8A2495E4}" type="pres">
      <dgm:prSet presAssocID="{2D2D16FD-BEAA-FF4B-B059-DE2195D37914}" presName="node" presStyleLbl="node1" presStyleIdx="0" presStyleCnt="4">
        <dgm:presLayoutVars>
          <dgm:bulletEnabled val="1"/>
        </dgm:presLayoutVars>
      </dgm:prSet>
      <dgm:spPr/>
    </dgm:pt>
    <dgm:pt modelId="{2F798E67-16A8-3949-8696-6B4A8D172D05}" type="pres">
      <dgm:prSet presAssocID="{2D2D16FD-BEAA-FF4B-B059-DE2195D37914}" presName="invisiNode" presStyleLbl="node1" presStyleIdx="0" presStyleCnt="4"/>
      <dgm:spPr/>
    </dgm:pt>
    <dgm:pt modelId="{86170147-CB37-5F41-9F14-5A16158134C6}" type="pres">
      <dgm:prSet presAssocID="{2D2D16FD-BEAA-FF4B-B059-DE2195D37914}" presName="imagNode" presStyleLbl="fgImgPlace1" presStyleIdx="0" presStyleCnt="4"/>
      <dgm:spPr>
        <a:blipFill>
          <a:blip xmlns:r="http://schemas.openxmlformats.org/officeDocument/2006/relationships" r:embed="rId1"/>
          <a:srcRect/>
          <a:stretch>
            <a:fillRect t="-9000" b="-9000"/>
          </a:stretch>
        </a:blipFill>
      </dgm:spPr>
    </dgm:pt>
    <dgm:pt modelId="{32C903E0-5190-AC40-A01C-659046FA145E}" type="pres">
      <dgm:prSet presAssocID="{790106A8-B159-9F48-B511-2859DAE15020}" presName="sibTrans" presStyleLbl="sibTrans2D1" presStyleIdx="0" presStyleCnt="0"/>
      <dgm:spPr/>
    </dgm:pt>
    <dgm:pt modelId="{FB6CD8CC-DAEC-3643-8585-8B76E7500B1D}" type="pres">
      <dgm:prSet presAssocID="{6A2AE11C-EDEB-9D4F-B44D-99C651EF83AC}" presName="compNode" presStyleCnt="0"/>
      <dgm:spPr/>
    </dgm:pt>
    <dgm:pt modelId="{17CEB45E-0CB9-2D40-92B4-C7A2B0EDC94E}" type="pres">
      <dgm:prSet presAssocID="{6A2AE11C-EDEB-9D4F-B44D-99C651EF83AC}" presName="node" presStyleLbl="node1" presStyleIdx="1" presStyleCnt="4">
        <dgm:presLayoutVars>
          <dgm:bulletEnabled val="1"/>
        </dgm:presLayoutVars>
      </dgm:prSet>
      <dgm:spPr/>
    </dgm:pt>
    <dgm:pt modelId="{78FC8EA4-DD0F-2D4B-AD52-B1A368B7DA8E}" type="pres">
      <dgm:prSet presAssocID="{6A2AE11C-EDEB-9D4F-B44D-99C651EF83AC}" presName="invisiNode" presStyleLbl="node1" presStyleIdx="1" presStyleCnt="4"/>
      <dgm:spPr/>
    </dgm:pt>
    <dgm:pt modelId="{92C2A8BD-1591-C14B-86CA-A0667051C274}" type="pres">
      <dgm:prSet presAssocID="{6A2AE11C-EDEB-9D4F-B44D-99C651EF83AC}" presName="imagNode" presStyleLbl="fgImgPlace1" presStyleIdx="1" presStyleCnt="4"/>
      <dgm:spPr>
        <a:blipFill>
          <a:blip xmlns:r="http://schemas.openxmlformats.org/officeDocument/2006/relationships" r:embed="rId2"/>
          <a:srcRect/>
          <a:stretch>
            <a:fillRect t="-30000" b="-30000"/>
          </a:stretch>
        </a:blipFill>
        <a:ln>
          <a:solidFill>
            <a:schemeClr val="tx1"/>
          </a:solidFill>
        </a:ln>
      </dgm:spPr>
    </dgm:pt>
    <dgm:pt modelId="{651FBA9B-17CD-BE4F-BED5-0455D8B45E5D}" type="pres">
      <dgm:prSet presAssocID="{2E985A33-F7CB-9C43-82ED-548E262780F1}" presName="sibTrans" presStyleLbl="sibTrans2D1" presStyleIdx="0" presStyleCnt="0"/>
      <dgm:spPr/>
    </dgm:pt>
    <dgm:pt modelId="{F3E918F1-C171-BC41-AB98-6CD37529C601}" type="pres">
      <dgm:prSet presAssocID="{8588C94D-133E-6348-8273-E3AC52F99924}" presName="compNode" presStyleCnt="0"/>
      <dgm:spPr/>
    </dgm:pt>
    <dgm:pt modelId="{659D4BEB-5BB8-2D4B-A1E4-5DA40A021A49}" type="pres">
      <dgm:prSet presAssocID="{8588C94D-133E-6348-8273-E3AC52F99924}" presName="node" presStyleLbl="node1" presStyleIdx="2" presStyleCnt="4">
        <dgm:presLayoutVars>
          <dgm:bulletEnabled val="1"/>
        </dgm:presLayoutVars>
      </dgm:prSet>
      <dgm:spPr/>
    </dgm:pt>
    <dgm:pt modelId="{3A4F8979-56B4-FD4A-85CC-BF65C2259BEE}" type="pres">
      <dgm:prSet presAssocID="{8588C94D-133E-6348-8273-E3AC52F99924}" presName="invisiNode" presStyleLbl="node1" presStyleIdx="2" presStyleCnt="4"/>
      <dgm:spPr/>
    </dgm:pt>
    <dgm:pt modelId="{C82A2306-B304-CA4D-AD36-E0E149115714}" type="pres">
      <dgm:prSet presAssocID="{8588C94D-133E-6348-8273-E3AC52F99924}" presName="imagNode" presStyleLbl="fgImgPlace1" presStyleIdx="2" presStyleCnt="4"/>
      <dgm:spPr>
        <a:blipFill>
          <a:blip xmlns:r="http://schemas.openxmlformats.org/officeDocument/2006/relationships" r:embed="rId3"/>
          <a:srcRect/>
          <a:stretch>
            <a:fillRect l="-17000" r="-17000"/>
          </a:stretch>
        </a:blipFill>
        <a:ln>
          <a:solidFill>
            <a:schemeClr val="tx1"/>
          </a:solidFill>
        </a:ln>
      </dgm:spPr>
    </dgm:pt>
    <dgm:pt modelId="{91A76B52-7F62-FB46-8E81-577B7BB0FB3D}" type="pres">
      <dgm:prSet presAssocID="{4BAF3B42-7DC6-6641-9ED3-01F8C433D8D7}" presName="sibTrans" presStyleLbl="sibTrans2D1" presStyleIdx="0" presStyleCnt="0"/>
      <dgm:spPr/>
    </dgm:pt>
    <dgm:pt modelId="{F1D9167D-30C1-3643-91E4-5D972A6F8538}" type="pres">
      <dgm:prSet presAssocID="{3847198A-6EDD-9B4E-A917-5D79F1D3CAC3}" presName="compNode" presStyleCnt="0"/>
      <dgm:spPr/>
    </dgm:pt>
    <dgm:pt modelId="{A62DC8BC-30CA-4C4C-9252-2E5772C2482E}" type="pres">
      <dgm:prSet presAssocID="{3847198A-6EDD-9B4E-A917-5D79F1D3CAC3}" presName="node" presStyleLbl="node1" presStyleIdx="3" presStyleCnt="4">
        <dgm:presLayoutVars>
          <dgm:bulletEnabled val="1"/>
        </dgm:presLayoutVars>
      </dgm:prSet>
      <dgm:spPr/>
    </dgm:pt>
    <dgm:pt modelId="{8248DBFE-7C82-CB45-95C1-C5C79B9F6045}" type="pres">
      <dgm:prSet presAssocID="{3847198A-6EDD-9B4E-A917-5D79F1D3CAC3}" presName="invisiNode" presStyleLbl="node1" presStyleIdx="3" presStyleCnt="4"/>
      <dgm:spPr/>
    </dgm:pt>
    <dgm:pt modelId="{7D02A3A7-4C61-E846-8513-C18337E2BDD7}" type="pres">
      <dgm:prSet presAssocID="{3847198A-6EDD-9B4E-A917-5D79F1D3CAC3}" presName="imagNode" presStyleLbl="fgImgPlace1" presStyleIdx="3" presStyleCnt="4"/>
      <dgm:spPr>
        <a:blipFill>
          <a:blip xmlns:r="http://schemas.openxmlformats.org/officeDocument/2006/relationships" r:embed="rId4"/>
          <a:srcRect/>
          <a:stretch>
            <a:fillRect t="-15000" b="-15000"/>
          </a:stretch>
        </a:blipFill>
        <a:ln>
          <a:solidFill>
            <a:schemeClr val="tx1"/>
          </a:solidFill>
        </a:ln>
      </dgm:spPr>
    </dgm:pt>
  </dgm:ptLst>
  <dgm:cxnLst>
    <dgm:cxn modelId="{3DE0EA10-C5D1-3747-9EEE-02E12978F5A5}" srcId="{3847198A-6EDD-9B4E-A917-5D79F1D3CAC3}" destId="{BD759FE7-BD84-B747-8E84-9FF7C8E9C7B4}" srcOrd="0" destOrd="0" parTransId="{6617C065-FB17-4749-ADD8-2CC3C8E91DD1}" sibTransId="{0B15EFE7-F103-C542-806F-5F197A24AD5E}"/>
    <dgm:cxn modelId="{3348032A-35CC-6142-BC4E-880184E16B94}" type="presOf" srcId="{2E985A33-F7CB-9C43-82ED-548E262780F1}" destId="{651FBA9B-17CD-BE4F-BED5-0455D8B45E5D}" srcOrd="0" destOrd="0" presId="urn:microsoft.com/office/officeart/2005/8/layout/pList2"/>
    <dgm:cxn modelId="{76DEAB34-2C13-B542-8AF1-240991F2B25B}" srcId="{6A2AE11C-EDEB-9D4F-B44D-99C651EF83AC}" destId="{151ABF69-5180-D54C-8BCA-03D1704D211D}" srcOrd="0" destOrd="0" parTransId="{044F867A-62FF-5F42-90FA-78D3DE0680EB}" sibTransId="{C9B7E1AA-DF7F-3D48-B5DF-D8ABA4563309}"/>
    <dgm:cxn modelId="{663F2446-60B7-E745-9AB0-94E0683A5B82}" type="presOf" srcId="{8588C94D-133E-6348-8273-E3AC52F99924}" destId="{659D4BEB-5BB8-2D4B-A1E4-5DA40A021A49}" srcOrd="0" destOrd="0" presId="urn:microsoft.com/office/officeart/2005/8/layout/pList2"/>
    <dgm:cxn modelId="{C0DB217F-88ED-8A4A-96A5-6F1241C40F48}" srcId="{8588C94D-133E-6348-8273-E3AC52F99924}" destId="{FB1D369F-30BC-AC42-A0F7-EFE952B31EB2}" srcOrd="0" destOrd="0" parTransId="{011FD32D-CC0F-1449-B5F4-8DC810C3EB6B}" sibTransId="{2949DCD0-94A3-D647-9954-3781BA18E529}"/>
    <dgm:cxn modelId="{49461488-8E3D-2542-904D-07983E564382}" srcId="{45DA937C-A6FE-B245-8B3C-CA9305F38437}" destId="{2D2D16FD-BEAA-FF4B-B059-DE2195D37914}" srcOrd="0" destOrd="0" parTransId="{BE01AF83-F643-9C45-A76C-8712D25337EA}" sibTransId="{790106A8-B159-9F48-B511-2859DAE15020}"/>
    <dgm:cxn modelId="{6AA4988C-8228-CE42-A3F2-420708630EF3}" srcId="{45DA937C-A6FE-B245-8B3C-CA9305F38437}" destId="{8588C94D-133E-6348-8273-E3AC52F99924}" srcOrd="2" destOrd="0" parTransId="{DF976F7F-79B8-C443-939F-296FCEDF89B3}" sibTransId="{4BAF3B42-7DC6-6641-9ED3-01F8C433D8D7}"/>
    <dgm:cxn modelId="{45AA0B90-07BF-0640-AD86-994512DB5ED3}" type="presOf" srcId="{45DA937C-A6FE-B245-8B3C-CA9305F38437}" destId="{522C0B49-90B4-504B-8FBF-3F4D8FC52BB6}" srcOrd="0" destOrd="0" presId="urn:microsoft.com/office/officeart/2005/8/layout/pList2"/>
    <dgm:cxn modelId="{FB89DC90-8406-0E46-9ADE-B492D678630E}" type="presOf" srcId="{BD759FE7-BD84-B747-8E84-9FF7C8E9C7B4}" destId="{A62DC8BC-30CA-4C4C-9252-2E5772C2482E}" srcOrd="0" destOrd="1" presId="urn:microsoft.com/office/officeart/2005/8/layout/pList2"/>
    <dgm:cxn modelId="{56D4EE96-927C-D446-AD43-61D1999E1EA2}" type="presOf" srcId="{3847198A-6EDD-9B4E-A917-5D79F1D3CAC3}" destId="{A62DC8BC-30CA-4C4C-9252-2E5772C2482E}" srcOrd="0" destOrd="0" presId="urn:microsoft.com/office/officeart/2005/8/layout/pList2"/>
    <dgm:cxn modelId="{18AFA99D-8114-8A48-82AD-67833B2D2EE6}" type="presOf" srcId="{2D2D16FD-BEAA-FF4B-B059-DE2195D37914}" destId="{3D2D4D7E-995C-6846-AD41-B79F8A2495E4}" srcOrd="0" destOrd="0" presId="urn:microsoft.com/office/officeart/2005/8/layout/pList2"/>
    <dgm:cxn modelId="{B76E95A3-10A5-C847-8BD0-E930E55AA906}" type="presOf" srcId="{FB1D369F-30BC-AC42-A0F7-EFE952B31EB2}" destId="{659D4BEB-5BB8-2D4B-A1E4-5DA40A021A49}" srcOrd="0" destOrd="1" presId="urn:microsoft.com/office/officeart/2005/8/layout/pList2"/>
    <dgm:cxn modelId="{12C317B8-28BC-2941-ABF9-54F7A95CB46D}" srcId="{45DA937C-A6FE-B245-8B3C-CA9305F38437}" destId="{3847198A-6EDD-9B4E-A917-5D79F1D3CAC3}" srcOrd="3" destOrd="0" parTransId="{2DC214A1-75FB-F54A-A837-6B8DA2176AD7}" sibTransId="{2A1320C5-75E2-7443-8B38-321930927CE3}"/>
    <dgm:cxn modelId="{C84242BF-5219-9641-9B25-75489E217C9C}" type="presOf" srcId="{151ABF69-5180-D54C-8BCA-03D1704D211D}" destId="{17CEB45E-0CB9-2D40-92B4-C7A2B0EDC94E}" srcOrd="0" destOrd="1" presId="urn:microsoft.com/office/officeart/2005/8/layout/pList2"/>
    <dgm:cxn modelId="{975C1FC7-F12E-654A-9432-C45542AF3FA8}" type="presOf" srcId="{790106A8-B159-9F48-B511-2859DAE15020}" destId="{32C903E0-5190-AC40-A01C-659046FA145E}" srcOrd="0" destOrd="0" presId="urn:microsoft.com/office/officeart/2005/8/layout/pList2"/>
    <dgm:cxn modelId="{7679CDCA-B015-FA4A-AF66-B09C07ED0E3E}" type="presOf" srcId="{6A2AE11C-EDEB-9D4F-B44D-99C651EF83AC}" destId="{17CEB45E-0CB9-2D40-92B4-C7A2B0EDC94E}" srcOrd="0" destOrd="0" presId="urn:microsoft.com/office/officeart/2005/8/layout/pList2"/>
    <dgm:cxn modelId="{BDFE09D8-A17D-4940-9E50-6A186F8F6B79}" srcId="{2D2D16FD-BEAA-FF4B-B059-DE2195D37914}" destId="{9A599AA1-B4C3-5B44-ADCF-6D936D4F032D}" srcOrd="0" destOrd="0" parTransId="{C9ED74C1-51B2-2647-BF39-2CF5474E62B6}" sibTransId="{1B0AAD21-AFF2-7040-A242-6E99A23656DE}"/>
    <dgm:cxn modelId="{47C2C1DE-B4E6-AA42-A333-5DD982475462}" type="presOf" srcId="{4BAF3B42-7DC6-6641-9ED3-01F8C433D8D7}" destId="{91A76B52-7F62-FB46-8E81-577B7BB0FB3D}" srcOrd="0" destOrd="0" presId="urn:microsoft.com/office/officeart/2005/8/layout/pList2"/>
    <dgm:cxn modelId="{E35FD8F0-E675-1C41-BFB0-C8BCE7DA621E}" srcId="{45DA937C-A6FE-B245-8B3C-CA9305F38437}" destId="{6A2AE11C-EDEB-9D4F-B44D-99C651EF83AC}" srcOrd="1" destOrd="0" parTransId="{88DABF7F-EC9A-E648-899A-BD41DB8807C9}" sibTransId="{2E985A33-F7CB-9C43-82ED-548E262780F1}"/>
    <dgm:cxn modelId="{6C6F59FB-0B09-7347-BA23-C8745CDC8FC6}" type="presOf" srcId="{9A599AA1-B4C3-5B44-ADCF-6D936D4F032D}" destId="{3D2D4D7E-995C-6846-AD41-B79F8A2495E4}" srcOrd="0" destOrd="1" presId="urn:microsoft.com/office/officeart/2005/8/layout/pList2"/>
    <dgm:cxn modelId="{EF01E624-C05F-274C-B346-6558C821701D}" type="presParOf" srcId="{522C0B49-90B4-504B-8FBF-3F4D8FC52BB6}" destId="{2FECF73B-8C78-794E-9F38-634C986111C8}" srcOrd="0" destOrd="0" presId="urn:microsoft.com/office/officeart/2005/8/layout/pList2"/>
    <dgm:cxn modelId="{D3A0C228-EE02-394F-95AC-68142145EBC2}" type="presParOf" srcId="{522C0B49-90B4-504B-8FBF-3F4D8FC52BB6}" destId="{B89338A9-2FC7-D341-A79C-848DAFAE2153}" srcOrd="1" destOrd="0" presId="urn:microsoft.com/office/officeart/2005/8/layout/pList2"/>
    <dgm:cxn modelId="{E859FA62-DDEB-6C48-B0B2-4EF04FB5D771}" type="presParOf" srcId="{B89338A9-2FC7-D341-A79C-848DAFAE2153}" destId="{CE09217B-F2F0-F64B-AD1D-119F13996CA1}" srcOrd="0" destOrd="0" presId="urn:microsoft.com/office/officeart/2005/8/layout/pList2"/>
    <dgm:cxn modelId="{4B0E963C-FBDD-774C-B7A7-BA4A17603CC3}" type="presParOf" srcId="{CE09217B-F2F0-F64B-AD1D-119F13996CA1}" destId="{3D2D4D7E-995C-6846-AD41-B79F8A2495E4}" srcOrd="0" destOrd="0" presId="urn:microsoft.com/office/officeart/2005/8/layout/pList2"/>
    <dgm:cxn modelId="{53956BB3-8399-724B-97E4-F84F6A100184}" type="presParOf" srcId="{CE09217B-F2F0-F64B-AD1D-119F13996CA1}" destId="{2F798E67-16A8-3949-8696-6B4A8D172D05}" srcOrd="1" destOrd="0" presId="urn:microsoft.com/office/officeart/2005/8/layout/pList2"/>
    <dgm:cxn modelId="{C69ADECD-C9A7-8843-9375-DC972E595010}" type="presParOf" srcId="{CE09217B-F2F0-F64B-AD1D-119F13996CA1}" destId="{86170147-CB37-5F41-9F14-5A16158134C6}" srcOrd="2" destOrd="0" presId="urn:microsoft.com/office/officeart/2005/8/layout/pList2"/>
    <dgm:cxn modelId="{AF186D27-2D83-1146-93C9-89A6AD038913}" type="presParOf" srcId="{B89338A9-2FC7-D341-A79C-848DAFAE2153}" destId="{32C903E0-5190-AC40-A01C-659046FA145E}" srcOrd="1" destOrd="0" presId="urn:microsoft.com/office/officeart/2005/8/layout/pList2"/>
    <dgm:cxn modelId="{CF2F2677-9189-724A-8B1F-83CBCAC8BA9C}" type="presParOf" srcId="{B89338A9-2FC7-D341-A79C-848DAFAE2153}" destId="{FB6CD8CC-DAEC-3643-8585-8B76E7500B1D}" srcOrd="2" destOrd="0" presId="urn:microsoft.com/office/officeart/2005/8/layout/pList2"/>
    <dgm:cxn modelId="{33392FAF-9C57-8644-B38E-4A4AD7D6138C}" type="presParOf" srcId="{FB6CD8CC-DAEC-3643-8585-8B76E7500B1D}" destId="{17CEB45E-0CB9-2D40-92B4-C7A2B0EDC94E}" srcOrd="0" destOrd="0" presId="urn:microsoft.com/office/officeart/2005/8/layout/pList2"/>
    <dgm:cxn modelId="{7290039A-3910-AA47-8AF1-58B656FDDD93}" type="presParOf" srcId="{FB6CD8CC-DAEC-3643-8585-8B76E7500B1D}" destId="{78FC8EA4-DD0F-2D4B-AD52-B1A368B7DA8E}" srcOrd="1" destOrd="0" presId="urn:microsoft.com/office/officeart/2005/8/layout/pList2"/>
    <dgm:cxn modelId="{F0E3606A-AEDD-454A-A85B-6A191771861F}" type="presParOf" srcId="{FB6CD8CC-DAEC-3643-8585-8B76E7500B1D}" destId="{92C2A8BD-1591-C14B-86CA-A0667051C274}" srcOrd="2" destOrd="0" presId="urn:microsoft.com/office/officeart/2005/8/layout/pList2"/>
    <dgm:cxn modelId="{5637C767-3F32-2E42-9A12-C67A770CCDE0}" type="presParOf" srcId="{B89338A9-2FC7-D341-A79C-848DAFAE2153}" destId="{651FBA9B-17CD-BE4F-BED5-0455D8B45E5D}" srcOrd="3" destOrd="0" presId="urn:microsoft.com/office/officeart/2005/8/layout/pList2"/>
    <dgm:cxn modelId="{21B8ED72-9BFB-484F-8972-F9139E8DDD1D}" type="presParOf" srcId="{B89338A9-2FC7-D341-A79C-848DAFAE2153}" destId="{F3E918F1-C171-BC41-AB98-6CD37529C601}" srcOrd="4" destOrd="0" presId="urn:microsoft.com/office/officeart/2005/8/layout/pList2"/>
    <dgm:cxn modelId="{F8145065-6B5A-B14C-8F24-A1D163E802FE}" type="presParOf" srcId="{F3E918F1-C171-BC41-AB98-6CD37529C601}" destId="{659D4BEB-5BB8-2D4B-A1E4-5DA40A021A49}" srcOrd="0" destOrd="0" presId="urn:microsoft.com/office/officeart/2005/8/layout/pList2"/>
    <dgm:cxn modelId="{ADC12EAB-5F8E-7C4D-A071-280C7D225F9B}" type="presParOf" srcId="{F3E918F1-C171-BC41-AB98-6CD37529C601}" destId="{3A4F8979-56B4-FD4A-85CC-BF65C2259BEE}" srcOrd="1" destOrd="0" presId="urn:microsoft.com/office/officeart/2005/8/layout/pList2"/>
    <dgm:cxn modelId="{EE77C7D6-C963-6C47-B36D-4F4B4F9B8AE0}" type="presParOf" srcId="{F3E918F1-C171-BC41-AB98-6CD37529C601}" destId="{C82A2306-B304-CA4D-AD36-E0E149115714}" srcOrd="2" destOrd="0" presId="urn:microsoft.com/office/officeart/2005/8/layout/pList2"/>
    <dgm:cxn modelId="{123B8608-C972-3740-A211-7709741C2B62}" type="presParOf" srcId="{B89338A9-2FC7-D341-A79C-848DAFAE2153}" destId="{91A76B52-7F62-FB46-8E81-577B7BB0FB3D}" srcOrd="5" destOrd="0" presId="urn:microsoft.com/office/officeart/2005/8/layout/pList2"/>
    <dgm:cxn modelId="{34DE9CA6-D34B-AC4E-A613-3A13B22F901B}" type="presParOf" srcId="{B89338A9-2FC7-D341-A79C-848DAFAE2153}" destId="{F1D9167D-30C1-3643-91E4-5D972A6F8538}" srcOrd="6" destOrd="0" presId="urn:microsoft.com/office/officeart/2005/8/layout/pList2"/>
    <dgm:cxn modelId="{153182F3-45EA-0B49-B1FC-DAE2349AC334}" type="presParOf" srcId="{F1D9167D-30C1-3643-91E4-5D972A6F8538}" destId="{A62DC8BC-30CA-4C4C-9252-2E5772C2482E}" srcOrd="0" destOrd="0" presId="urn:microsoft.com/office/officeart/2005/8/layout/pList2"/>
    <dgm:cxn modelId="{D90A462D-2927-1A4C-8379-8C724C90D4F2}" type="presParOf" srcId="{F1D9167D-30C1-3643-91E4-5D972A6F8538}" destId="{8248DBFE-7C82-CB45-95C1-C5C79B9F6045}" srcOrd="1" destOrd="0" presId="urn:microsoft.com/office/officeart/2005/8/layout/pList2"/>
    <dgm:cxn modelId="{E9CBCF81-F8F9-4442-87B9-788B5A1DC20B}" type="presParOf" srcId="{F1D9167D-30C1-3643-91E4-5D972A6F8538}" destId="{7D02A3A7-4C61-E846-8513-C18337E2BDD7}" srcOrd="2" destOrd="0" presId="urn:microsoft.com/office/officeart/2005/8/layout/p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AC5B30-04DD-A54C-BEA8-770A4FFE1A5F}">
      <dsp:nvSpPr>
        <dsp:cNvPr id="0" name=""/>
        <dsp:cNvSpPr/>
      </dsp:nvSpPr>
      <dsp:spPr>
        <a:xfrm>
          <a:off x="5964" y="2317364"/>
          <a:ext cx="2250397" cy="783937"/>
        </a:xfrm>
        <a:prstGeom prst="chevron">
          <a:avLst/>
        </a:prstGeom>
        <a:solidFill>
          <a:schemeClr val="bg1"/>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1- Requirements</a:t>
          </a:r>
        </a:p>
      </dsp:txBody>
      <dsp:txXfrm>
        <a:off x="397933" y="2317364"/>
        <a:ext cx="1466460" cy="783937"/>
      </dsp:txXfrm>
    </dsp:sp>
    <dsp:sp modelId="{F9B86C51-B395-B242-96DD-8C8FD80E76E3}">
      <dsp:nvSpPr>
        <dsp:cNvPr id="0" name=""/>
        <dsp:cNvSpPr/>
      </dsp:nvSpPr>
      <dsp:spPr>
        <a:xfrm>
          <a:off x="2052708" y="2302025"/>
          <a:ext cx="2036540" cy="814616"/>
        </a:xfrm>
        <a:prstGeom prst="chevron">
          <a:avLst/>
        </a:prstGeom>
        <a:solidFill>
          <a:schemeClr val="bg1">
            <a:lumMod val="85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ysClr val="windowText" lastClr="000000"/>
              </a:solidFill>
              <a:latin typeface="Times New Roman" panose="02020603050405020304" pitchFamily="18" charset="0"/>
              <a:cs typeface="Times New Roman" panose="02020603050405020304" pitchFamily="18" charset="0"/>
            </a:rPr>
            <a:t>2- </a:t>
          </a:r>
          <a:r>
            <a:rPr lang="en-US" sz="2000" b="1" kern="1200" dirty="0">
              <a:solidFill>
                <a:sysClr val="windowText" lastClr="000000"/>
              </a:solidFill>
              <a:latin typeface="Times New Roman" panose="02020603050405020304" pitchFamily="18" charset="0"/>
              <a:cs typeface="Times New Roman" panose="02020603050405020304" pitchFamily="18" charset="0"/>
            </a:rPr>
            <a:t>Analysis</a:t>
          </a:r>
          <a:endParaRPr lang="en-US" sz="2400" b="1" kern="1200" dirty="0">
            <a:solidFill>
              <a:sysClr val="windowText" lastClr="000000"/>
            </a:solidFill>
            <a:latin typeface="Times New Roman" panose="02020603050405020304" pitchFamily="18" charset="0"/>
            <a:cs typeface="Times New Roman" panose="02020603050405020304" pitchFamily="18" charset="0"/>
          </a:endParaRPr>
        </a:p>
      </dsp:txBody>
      <dsp:txXfrm>
        <a:off x="2460016" y="2302025"/>
        <a:ext cx="1221924" cy="814616"/>
      </dsp:txXfrm>
    </dsp:sp>
    <dsp:sp modelId="{DB37DE07-4A17-0F44-AEDC-1F442499CFAD}">
      <dsp:nvSpPr>
        <dsp:cNvPr id="0" name=""/>
        <dsp:cNvSpPr/>
      </dsp:nvSpPr>
      <dsp:spPr>
        <a:xfrm>
          <a:off x="3885594" y="2302025"/>
          <a:ext cx="2036540" cy="814616"/>
        </a:xfrm>
        <a:prstGeom prst="chevron">
          <a:avLst/>
        </a:prstGeom>
        <a:solidFill>
          <a:schemeClr val="tx1">
            <a:lumMod val="50000"/>
            <a:lumOff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Times New Roman" panose="02020603050405020304" pitchFamily="18" charset="0"/>
              <a:cs typeface="Times New Roman" panose="02020603050405020304" pitchFamily="18" charset="0"/>
            </a:rPr>
            <a:t>3- </a:t>
          </a:r>
          <a:r>
            <a:rPr lang="en-US" sz="2400" b="1" kern="1200" dirty="0">
              <a:latin typeface="Times New Roman" panose="02020603050405020304" pitchFamily="18" charset="0"/>
              <a:cs typeface="Times New Roman" panose="02020603050405020304" pitchFamily="18" charset="0"/>
            </a:rPr>
            <a:t>Design</a:t>
          </a:r>
          <a:endParaRPr lang="en-US" sz="2800" b="1" kern="1200" dirty="0">
            <a:latin typeface="Times New Roman" panose="02020603050405020304" pitchFamily="18" charset="0"/>
            <a:cs typeface="Times New Roman" panose="02020603050405020304" pitchFamily="18" charset="0"/>
          </a:endParaRPr>
        </a:p>
      </dsp:txBody>
      <dsp:txXfrm>
        <a:off x="4292902" y="2302025"/>
        <a:ext cx="1221924" cy="814616"/>
      </dsp:txXfrm>
    </dsp:sp>
    <dsp:sp modelId="{21C5B1D5-0DB0-F643-9AF7-8CAB5DF17EBD}">
      <dsp:nvSpPr>
        <dsp:cNvPr id="0" name=""/>
        <dsp:cNvSpPr/>
      </dsp:nvSpPr>
      <dsp:spPr>
        <a:xfrm>
          <a:off x="5718480" y="2243340"/>
          <a:ext cx="2492501" cy="931985"/>
        </a:xfrm>
        <a:prstGeom prst="chevron">
          <a:avLst/>
        </a:prstGeom>
        <a:solidFill>
          <a:schemeClr val="tx1">
            <a:lumMod val="65000"/>
            <a:lumOff val="35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4- Implementation</a:t>
          </a:r>
        </a:p>
      </dsp:txBody>
      <dsp:txXfrm>
        <a:off x="6184473" y="2243340"/>
        <a:ext cx="1560516" cy="931985"/>
      </dsp:txXfrm>
    </dsp:sp>
    <dsp:sp modelId="{428C90D9-A844-6841-9DE3-13443A4D2727}">
      <dsp:nvSpPr>
        <dsp:cNvPr id="0" name=""/>
        <dsp:cNvSpPr/>
      </dsp:nvSpPr>
      <dsp:spPr>
        <a:xfrm>
          <a:off x="8007327" y="2302025"/>
          <a:ext cx="2036540" cy="814616"/>
        </a:xfrm>
        <a:prstGeom prst="chevron">
          <a:avLst/>
        </a:prstGeom>
        <a:solidFill>
          <a:schemeClr val="tx1"/>
        </a:solidFill>
        <a:ln>
          <a:solidFill>
            <a:srgbClr val="B42632"/>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Times New Roman" panose="02020603050405020304" pitchFamily="18" charset="0"/>
              <a:cs typeface="Times New Roman" panose="02020603050405020304" pitchFamily="18" charset="0"/>
            </a:rPr>
            <a:t>5- Testing</a:t>
          </a:r>
        </a:p>
      </dsp:txBody>
      <dsp:txXfrm>
        <a:off x="8414635" y="2302025"/>
        <a:ext cx="1221924" cy="814616"/>
      </dsp:txXfrm>
    </dsp:sp>
    <dsp:sp modelId="{71E07E66-243F-0245-9C05-6870CBC9D2EA}">
      <dsp:nvSpPr>
        <dsp:cNvPr id="0" name=""/>
        <dsp:cNvSpPr/>
      </dsp:nvSpPr>
      <dsp:spPr>
        <a:xfrm>
          <a:off x="9840213" y="2302025"/>
          <a:ext cx="2036540" cy="814616"/>
        </a:xfrm>
        <a:prstGeom prst="chevr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6- Deployment</a:t>
          </a:r>
        </a:p>
      </dsp:txBody>
      <dsp:txXfrm>
        <a:off x="10247521" y="2302025"/>
        <a:ext cx="1221924" cy="814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14181A-27DC-8643-95C6-3C2D1098D869}">
      <dsp:nvSpPr>
        <dsp:cNvPr id="0" name=""/>
        <dsp:cNvSpPr/>
      </dsp:nvSpPr>
      <dsp:spPr>
        <a:xfrm>
          <a:off x="1374013" y="-34313"/>
          <a:ext cx="5379671" cy="5379671"/>
        </a:xfrm>
        <a:prstGeom prst="circularArrow">
          <a:avLst>
            <a:gd name="adj1" fmla="val 5544"/>
            <a:gd name="adj2" fmla="val 330680"/>
            <a:gd name="adj3" fmla="val 13767645"/>
            <a:gd name="adj4" fmla="val 17391005"/>
            <a:gd name="adj5" fmla="val 5757"/>
          </a:avLst>
        </a:prstGeom>
        <a:solidFill>
          <a:schemeClr val="bg1"/>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D27FDF96-C37D-AE4B-B269-459D616C192C}">
      <dsp:nvSpPr>
        <dsp:cNvPr id="0" name=""/>
        <dsp:cNvSpPr/>
      </dsp:nvSpPr>
      <dsp:spPr>
        <a:xfrm>
          <a:off x="2799802" y="0"/>
          <a:ext cx="2528093" cy="1264046"/>
        </a:xfrm>
        <a:prstGeom prst="roundRect">
          <a:avLst/>
        </a:prstGeom>
        <a:solidFill>
          <a:schemeClr val="bg1"/>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chemeClr val="tx1"/>
              </a:solidFill>
              <a:latin typeface="Times New Roman" panose="02020603050405020304" pitchFamily="18" charset="0"/>
              <a:cs typeface="Times New Roman" panose="02020603050405020304" pitchFamily="18" charset="0"/>
            </a:rPr>
            <a:t>Admin Login</a:t>
          </a:r>
        </a:p>
      </dsp:txBody>
      <dsp:txXfrm>
        <a:off x="2861508" y="61706"/>
        <a:ext cx="2404681" cy="1140634"/>
      </dsp:txXfrm>
    </dsp:sp>
    <dsp:sp modelId="{76994415-655A-334A-91A4-D1B3B636CE64}">
      <dsp:nvSpPr>
        <dsp:cNvPr id="0" name=""/>
        <dsp:cNvSpPr/>
      </dsp:nvSpPr>
      <dsp:spPr>
        <a:xfrm>
          <a:off x="4981774" y="1587460"/>
          <a:ext cx="2528093" cy="1264046"/>
        </a:xfrm>
        <a:prstGeom prst="roundRect">
          <a:avLst/>
        </a:prstGeom>
        <a:solidFill>
          <a:schemeClr val="bg1">
            <a:lumMod val="8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ysClr val="windowText" lastClr="000000"/>
              </a:solidFill>
              <a:latin typeface="Times New Roman" panose="02020603050405020304" pitchFamily="18" charset="0"/>
              <a:cs typeface="Times New Roman" panose="02020603050405020304" pitchFamily="18" charset="0"/>
            </a:rPr>
            <a:t>Add/ Edit content</a:t>
          </a:r>
        </a:p>
      </dsp:txBody>
      <dsp:txXfrm>
        <a:off x="5043480" y="1649166"/>
        <a:ext cx="2404681" cy="1140634"/>
      </dsp:txXfrm>
    </dsp:sp>
    <dsp:sp modelId="{780CC72F-4865-E243-A5B3-4425AF2DAA2C}">
      <dsp:nvSpPr>
        <dsp:cNvPr id="0" name=""/>
        <dsp:cNvSpPr/>
      </dsp:nvSpPr>
      <dsp:spPr>
        <a:xfrm>
          <a:off x="4148393" y="4152345"/>
          <a:ext cx="2528093" cy="1264046"/>
        </a:xfrm>
        <a:prstGeom prst="roundRect">
          <a:avLst/>
        </a:prstGeom>
        <a:solidFill>
          <a:schemeClr val="tx1">
            <a:lumMod val="65000"/>
            <a:lumOff val="3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latin typeface="Times New Roman" panose="02020603050405020304" pitchFamily="18" charset="0"/>
              <a:cs typeface="Times New Roman" panose="02020603050405020304" pitchFamily="18" charset="0"/>
            </a:rPr>
            <a:t>Save to Database</a:t>
          </a:r>
        </a:p>
      </dsp:txBody>
      <dsp:txXfrm>
        <a:off x="4210099" y="4214051"/>
        <a:ext cx="2404681" cy="1140634"/>
      </dsp:txXfrm>
    </dsp:sp>
    <dsp:sp modelId="{10EAF8A0-0882-F74B-B144-AC4F004F459F}">
      <dsp:nvSpPr>
        <dsp:cNvPr id="0" name=""/>
        <dsp:cNvSpPr/>
      </dsp:nvSpPr>
      <dsp:spPr>
        <a:xfrm>
          <a:off x="1451513" y="4152345"/>
          <a:ext cx="2528093" cy="1264046"/>
        </a:xfrm>
        <a:prstGeom prst="roundRect">
          <a:avLst/>
        </a:prstGeom>
        <a:solidFill>
          <a:schemeClr val="tx1"/>
        </a:solidFill>
        <a:ln>
          <a:solidFill>
            <a:srgbClr val="B42632"/>
          </a:solid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latin typeface="Times New Roman" panose="02020603050405020304" pitchFamily="18" charset="0"/>
              <a:cs typeface="Times New Roman" panose="02020603050405020304" pitchFamily="18" charset="0"/>
            </a:rPr>
            <a:t>Retrieve Data</a:t>
          </a:r>
        </a:p>
      </dsp:txBody>
      <dsp:txXfrm>
        <a:off x="1513219" y="4214051"/>
        <a:ext cx="2404681" cy="1140634"/>
      </dsp:txXfrm>
    </dsp:sp>
    <dsp:sp modelId="{BAC397B3-A05B-A74E-B7C6-3F4CA984F2BD}">
      <dsp:nvSpPr>
        <dsp:cNvPr id="0" name=""/>
        <dsp:cNvSpPr/>
      </dsp:nvSpPr>
      <dsp:spPr>
        <a:xfrm>
          <a:off x="618131" y="1587460"/>
          <a:ext cx="2528093" cy="1264046"/>
        </a:xfrm>
        <a:prstGeom prst="roundRect">
          <a:avLst/>
        </a:prstGeom>
        <a:solidFill>
          <a:srgbClr val="B42632"/>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latin typeface="Times New Roman" panose="02020603050405020304" pitchFamily="18" charset="0"/>
              <a:cs typeface="Times New Roman" panose="02020603050405020304" pitchFamily="18" charset="0"/>
            </a:rPr>
            <a:t>Display to Users</a:t>
          </a:r>
        </a:p>
      </dsp:txBody>
      <dsp:txXfrm>
        <a:off x="679837" y="1649166"/>
        <a:ext cx="2404681" cy="11406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12F01-7954-164D-B0F9-979A43C2D8BC}">
      <dsp:nvSpPr>
        <dsp:cNvPr id="0" name=""/>
        <dsp:cNvSpPr/>
      </dsp:nvSpPr>
      <dsp:spPr>
        <a:xfrm>
          <a:off x="3610412" y="1678"/>
          <a:ext cx="1779935" cy="1779935"/>
        </a:xfrm>
        <a:prstGeom prst="ellipse">
          <a:avLst/>
        </a:prstGeom>
        <a:solidFill>
          <a:schemeClr val="bg1"/>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rtl="0">
            <a:lnSpc>
              <a:spcPct val="90000"/>
            </a:lnSpc>
            <a:spcBef>
              <a:spcPct val="0"/>
            </a:spcBef>
            <a:spcAft>
              <a:spcPct val="35000"/>
            </a:spcAft>
            <a:buNone/>
          </a:pPr>
          <a:r>
            <a:rPr lang="en-US" sz="2800" kern="1200" dirty="0">
              <a:solidFill>
                <a:schemeClr val="tx1"/>
              </a:solidFill>
              <a:latin typeface="Times New Roman" panose="02020603050405020304" pitchFamily="18" charset="0"/>
              <a:cs typeface="Times New Roman" panose="02020603050405020304" pitchFamily="18" charset="0"/>
            </a:rPr>
            <a:t>Open Home</a:t>
          </a:r>
        </a:p>
      </dsp:txBody>
      <dsp:txXfrm>
        <a:off x="3871077" y="262343"/>
        <a:ext cx="1258605" cy="1258605"/>
      </dsp:txXfrm>
    </dsp:sp>
    <dsp:sp modelId="{470168AA-978B-D744-B6EC-FE57CADA58D8}">
      <dsp:nvSpPr>
        <dsp:cNvPr id="0" name=""/>
        <dsp:cNvSpPr/>
      </dsp:nvSpPr>
      <dsp:spPr>
        <a:xfrm rot="2160000">
          <a:off x="5334094" y="1368897"/>
          <a:ext cx="473165" cy="600728"/>
        </a:xfrm>
        <a:prstGeom prst="rightArrow">
          <a:avLst>
            <a:gd name="adj1" fmla="val 60000"/>
            <a:gd name="adj2" fmla="val 50000"/>
          </a:avLst>
        </a:prstGeom>
        <a:solidFill>
          <a:schemeClr val="bg1"/>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a:off x="5347649" y="1447325"/>
        <a:ext cx="331216" cy="360436"/>
      </dsp:txXfrm>
    </dsp:sp>
    <dsp:sp modelId="{52638E4E-0047-1D45-8E49-BF7266E2E5E0}">
      <dsp:nvSpPr>
        <dsp:cNvPr id="0" name=""/>
        <dsp:cNvSpPr/>
      </dsp:nvSpPr>
      <dsp:spPr>
        <a:xfrm>
          <a:off x="5772673" y="1572652"/>
          <a:ext cx="1779935" cy="1779935"/>
        </a:xfrm>
        <a:prstGeom prst="ellipse">
          <a:avLst/>
        </a:prstGeom>
        <a:solidFill>
          <a:schemeClr val="bg1">
            <a:lumMod val="8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rtl="0">
            <a:lnSpc>
              <a:spcPct val="90000"/>
            </a:lnSpc>
            <a:spcBef>
              <a:spcPct val="0"/>
            </a:spcBef>
            <a:spcAft>
              <a:spcPct val="35000"/>
            </a:spcAft>
            <a:buNone/>
          </a:pPr>
          <a:r>
            <a:rPr lang="en-US" sz="2500" kern="1200" dirty="0">
              <a:solidFill>
                <a:sysClr val="windowText" lastClr="000000"/>
              </a:solidFill>
              <a:latin typeface="Times New Roman" panose="02020603050405020304" pitchFamily="18" charset="0"/>
              <a:cs typeface="Times New Roman" panose="02020603050405020304" pitchFamily="18" charset="0"/>
            </a:rPr>
            <a:t>Choose Category</a:t>
          </a:r>
        </a:p>
      </dsp:txBody>
      <dsp:txXfrm>
        <a:off x="6033338" y="1833317"/>
        <a:ext cx="1258605" cy="1258605"/>
      </dsp:txXfrm>
    </dsp:sp>
    <dsp:sp modelId="{5C31C151-9FED-5F4E-9FBE-0D7D9CE7AAFF}">
      <dsp:nvSpPr>
        <dsp:cNvPr id="0" name=""/>
        <dsp:cNvSpPr/>
      </dsp:nvSpPr>
      <dsp:spPr>
        <a:xfrm rot="6480000">
          <a:off x="6017241" y="3420464"/>
          <a:ext cx="473165" cy="600728"/>
        </a:xfrm>
        <a:prstGeom prst="rightArrow">
          <a:avLst>
            <a:gd name="adj1" fmla="val 60000"/>
            <a:gd name="adj2" fmla="val 50000"/>
          </a:avLst>
        </a:prstGeom>
        <a:solidFill>
          <a:schemeClr val="bg1">
            <a:lumMod val="85000"/>
          </a:schemeClr>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rot="10800000">
        <a:off x="6110148" y="3473109"/>
        <a:ext cx="331216" cy="360436"/>
      </dsp:txXfrm>
    </dsp:sp>
    <dsp:sp modelId="{A3A66332-57E1-634A-B624-3501C5C22BBD}">
      <dsp:nvSpPr>
        <dsp:cNvPr id="0" name=""/>
        <dsp:cNvSpPr/>
      </dsp:nvSpPr>
      <dsp:spPr>
        <a:xfrm>
          <a:off x="4946763" y="4114542"/>
          <a:ext cx="1779935" cy="1779935"/>
        </a:xfrm>
        <a:prstGeom prst="ellipse">
          <a:avLst/>
        </a:prstGeom>
        <a:solidFill>
          <a:schemeClr val="tx1">
            <a:lumMod val="65000"/>
            <a:lumOff val="3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rtl="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Browse Content</a:t>
          </a:r>
        </a:p>
      </dsp:txBody>
      <dsp:txXfrm>
        <a:off x="5207428" y="4375207"/>
        <a:ext cx="1258605" cy="1258605"/>
      </dsp:txXfrm>
    </dsp:sp>
    <dsp:sp modelId="{49669323-FA82-DC4E-8031-2093E89D725C}">
      <dsp:nvSpPr>
        <dsp:cNvPr id="0" name=""/>
        <dsp:cNvSpPr/>
      </dsp:nvSpPr>
      <dsp:spPr>
        <a:xfrm rot="10800000">
          <a:off x="4277189" y="4704145"/>
          <a:ext cx="473165" cy="600728"/>
        </a:xfrm>
        <a:prstGeom prst="rightArrow">
          <a:avLst>
            <a:gd name="adj1" fmla="val 60000"/>
            <a:gd name="adj2" fmla="val 50000"/>
          </a:avLst>
        </a:prstGeom>
        <a:solidFill>
          <a:schemeClr val="tx1">
            <a:lumMod val="65000"/>
            <a:lumOff val="35000"/>
          </a:schemeClr>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rot="10800000">
        <a:off x="4419138" y="4824291"/>
        <a:ext cx="331216" cy="360436"/>
      </dsp:txXfrm>
    </dsp:sp>
    <dsp:sp modelId="{A6089F61-9373-9D4D-8206-B9583FC5ADE5}">
      <dsp:nvSpPr>
        <dsp:cNvPr id="0" name=""/>
        <dsp:cNvSpPr/>
      </dsp:nvSpPr>
      <dsp:spPr>
        <a:xfrm>
          <a:off x="2274062" y="4114542"/>
          <a:ext cx="1779935" cy="1779935"/>
        </a:xfrm>
        <a:prstGeom prst="ellipse">
          <a:avLst/>
        </a:prstGeom>
        <a:solidFill>
          <a:schemeClr val="tx1"/>
        </a:solidFill>
        <a:ln>
          <a:solidFill>
            <a:srgbClr val="B42632"/>
          </a:solid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rtl="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Read/ Watch</a:t>
          </a:r>
        </a:p>
      </dsp:txBody>
      <dsp:txXfrm>
        <a:off x="2534727" y="4375207"/>
        <a:ext cx="1258605" cy="1258605"/>
      </dsp:txXfrm>
    </dsp:sp>
    <dsp:sp modelId="{F70B1880-A422-E644-B670-92F9C4654CE1}">
      <dsp:nvSpPr>
        <dsp:cNvPr id="0" name=""/>
        <dsp:cNvSpPr/>
      </dsp:nvSpPr>
      <dsp:spPr>
        <a:xfrm rot="15120000">
          <a:off x="2518630" y="3445937"/>
          <a:ext cx="473165" cy="600728"/>
        </a:xfrm>
        <a:prstGeom prst="rightArrow">
          <a:avLst>
            <a:gd name="adj1" fmla="val 60000"/>
            <a:gd name="adj2" fmla="val 50000"/>
          </a:avLst>
        </a:prstGeom>
        <a:solidFill>
          <a:schemeClr val="tx1"/>
        </a:solidFill>
        <a:ln>
          <a:solidFill>
            <a:srgbClr val="B42632"/>
          </a:solid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rot="10800000">
        <a:off x="2611537" y="3633584"/>
        <a:ext cx="331216" cy="360436"/>
      </dsp:txXfrm>
    </dsp:sp>
    <dsp:sp modelId="{ACB7924B-EA5A-9C4D-9DA6-FBAEC68F3F5A}">
      <dsp:nvSpPr>
        <dsp:cNvPr id="0" name=""/>
        <dsp:cNvSpPr/>
      </dsp:nvSpPr>
      <dsp:spPr>
        <a:xfrm>
          <a:off x="1448152" y="1572652"/>
          <a:ext cx="1779935" cy="1779935"/>
        </a:xfrm>
        <a:prstGeom prst="ellipse">
          <a:avLst/>
        </a:prstGeom>
        <a:solidFill>
          <a:srgbClr val="B42632"/>
        </a:solidFill>
        <a:ln>
          <a:solidFill>
            <a:srgbClr val="B42632"/>
          </a:solid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rtl="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Submit Story</a:t>
          </a:r>
        </a:p>
      </dsp:txBody>
      <dsp:txXfrm>
        <a:off x="1708817" y="1833317"/>
        <a:ext cx="1258605" cy="1258605"/>
      </dsp:txXfrm>
    </dsp:sp>
    <dsp:sp modelId="{0B5509A8-D819-0D41-9FA5-91CE0AD9E023}">
      <dsp:nvSpPr>
        <dsp:cNvPr id="0" name=""/>
        <dsp:cNvSpPr/>
      </dsp:nvSpPr>
      <dsp:spPr>
        <a:xfrm rot="19440000">
          <a:off x="3171833" y="1384640"/>
          <a:ext cx="473165" cy="600728"/>
        </a:xfrm>
        <a:prstGeom prst="rightArrow">
          <a:avLst>
            <a:gd name="adj1" fmla="val 60000"/>
            <a:gd name="adj2" fmla="val 50000"/>
          </a:avLst>
        </a:prstGeom>
        <a:solidFill>
          <a:srgbClr val="B42632"/>
        </a:solidFill>
        <a:ln>
          <a:solidFill>
            <a:srgbClr val="B42632"/>
          </a:solid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a:off x="3185388" y="1546504"/>
        <a:ext cx="331216" cy="3604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12F01-7954-164D-B0F9-979A43C2D8BC}">
      <dsp:nvSpPr>
        <dsp:cNvPr id="0" name=""/>
        <dsp:cNvSpPr/>
      </dsp:nvSpPr>
      <dsp:spPr>
        <a:xfrm>
          <a:off x="3610412" y="1678"/>
          <a:ext cx="1779935" cy="1779935"/>
        </a:xfrm>
        <a:prstGeom prst="ellipse">
          <a:avLst/>
        </a:prstGeom>
        <a:solidFill>
          <a:schemeClr val="bg1"/>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chemeClr val="tx1"/>
              </a:solidFill>
              <a:latin typeface="Times New Roman" panose="02020603050405020304" pitchFamily="18" charset="0"/>
              <a:cs typeface="Times New Roman" panose="02020603050405020304" pitchFamily="18" charset="0"/>
            </a:rPr>
            <a:t>Login</a:t>
          </a:r>
        </a:p>
      </dsp:txBody>
      <dsp:txXfrm>
        <a:off x="3871077" y="262343"/>
        <a:ext cx="1258605" cy="1258605"/>
      </dsp:txXfrm>
    </dsp:sp>
    <dsp:sp modelId="{470168AA-978B-D744-B6EC-FE57CADA58D8}">
      <dsp:nvSpPr>
        <dsp:cNvPr id="0" name=""/>
        <dsp:cNvSpPr/>
      </dsp:nvSpPr>
      <dsp:spPr>
        <a:xfrm rot="2160000">
          <a:off x="5334094" y="1368897"/>
          <a:ext cx="473165" cy="600728"/>
        </a:xfrm>
        <a:prstGeom prst="rightArrow">
          <a:avLst>
            <a:gd name="adj1" fmla="val 60000"/>
            <a:gd name="adj2" fmla="val 50000"/>
          </a:avLst>
        </a:prstGeom>
        <a:solidFill>
          <a:schemeClr val="bg1"/>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rtl="0">
            <a:lnSpc>
              <a:spcPct val="90000"/>
            </a:lnSpc>
            <a:spcBef>
              <a:spcPct val="0"/>
            </a:spcBef>
            <a:spcAft>
              <a:spcPct val="35000"/>
            </a:spcAft>
            <a:buNone/>
          </a:pPr>
          <a:endParaRPr lang="en-US" sz="1700" kern="1200"/>
        </a:p>
      </dsp:txBody>
      <dsp:txXfrm>
        <a:off x="5347649" y="1447325"/>
        <a:ext cx="331216" cy="360436"/>
      </dsp:txXfrm>
    </dsp:sp>
    <dsp:sp modelId="{52638E4E-0047-1D45-8E49-BF7266E2E5E0}">
      <dsp:nvSpPr>
        <dsp:cNvPr id="0" name=""/>
        <dsp:cNvSpPr/>
      </dsp:nvSpPr>
      <dsp:spPr>
        <a:xfrm>
          <a:off x="5772673" y="1572652"/>
          <a:ext cx="1779935" cy="1779935"/>
        </a:xfrm>
        <a:prstGeom prst="ellipse">
          <a:avLst/>
        </a:prstGeom>
        <a:solidFill>
          <a:schemeClr val="bg1">
            <a:lumMod val="8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chemeClr val="tx1"/>
              </a:solidFill>
              <a:latin typeface="Times New Roman" panose="02020603050405020304" pitchFamily="18" charset="0"/>
              <a:cs typeface="Times New Roman" panose="02020603050405020304" pitchFamily="18" charset="0"/>
            </a:rPr>
            <a:t>Dashboard</a:t>
          </a:r>
        </a:p>
      </dsp:txBody>
      <dsp:txXfrm>
        <a:off x="6033338" y="1833317"/>
        <a:ext cx="1258605" cy="1258605"/>
      </dsp:txXfrm>
    </dsp:sp>
    <dsp:sp modelId="{5C31C151-9FED-5F4E-9FBE-0D7D9CE7AAFF}">
      <dsp:nvSpPr>
        <dsp:cNvPr id="0" name=""/>
        <dsp:cNvSpPr/>
      </dsp:nvSpPr>
      <dsp:spPr>
        <a:xfrm rot="6480000">
          <a:off x="6017241" y="3420464"/>
          <a:ext cx="473165" cy="600728"/>
        </a:xfrm>
        <a:prstGeom prst="rightArrow">
          <a:avLst>
            <a:gd name="adj1" fmla="val 60000"/>
            <a:gd name="adj2" fmla="val 50000"/>
          </a:avLst>
        </a:prstGeom>
        <a:solidFill>
          <a:schemeClr val="bg1">
            <a:lumMod val="85000"/>
          </a:schemeClr>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rtl="0">
            <a:lnSpc>
              <a:spcPct val="90000"/>
            </a:lnSpc>
            <a:spcBef>
              <a:spcPct val="0"/>
            </a:spcBef>
            <a:spcAft>
              <a:spcPct val="35000"/>
            </a:spcAft>
            <a:buNone/>
          </a:pPr>
          <a:endParaRPr lang="en-US" sz="1700" kern="1200"/>
        </a:p>
      </dsp:txBody>
      <dsp:txXfrm rot="10800000">
        <a:off x="6110148" y="3473109"/>
        <a:ext cx="331216" cy="360436"/>
      </dsp:txXfrm>
    </dsp:sp>
    <dsp:sp modelId="{A3A66332-57E1-634A-B624-3501C5C22BBD}">
      <dsp:nvSpPr>
        <dsp:cNvPr id="0" name=""/>
        <dsp:cNvSpPr/>
      </dsp:nvSpPr>
      <dsp:spPr>
        <a:xfrm>
          <a:off x="4946763" y="4114542"/>
          <a:ext cx="1779935" cy="1779935"/>
        </a:xfrm>
        <a:prstGeom prst="ellipse">
          <a:avLst/>
        </a:prstGeom>
        <a:solidFill>
          <a:schemeClr val="tx1">
            <a:lumMod val="65000"/>
            <a:lumOff val="3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Manage Module</a:t>
          </a:r>
        </a:p>
      </dsp:txBody>
      <dsp:txXfrm>
        <a:off x="5207428" y="4375207"/>
        <a:ext cx="1258605" cy="1258605"/>
      </dsp:txXfrm>
    </dsp:sp>
    <dsp:sp modelId="{49669323-FA82-DC4E-8031-2093E89D725C}">
      <dsp:nvSpPr>
        <dsp:cNvPr id="0" name=""/>
        <dsp:cNvSpPr/>
      </dsp:nvSpPr>
      <dsp:spPr>
        <a:xfrm rot="10800000">
          <a:off x="4277189" y="4704145"/>
          <a:ext cx="473165" cy="600728"/>
        </a:xfrm>
        <a:prstGeom prst="rightArrow">
          <a:avLst>
            <a:gd name="adj1" fmla="val 60000"/>
            <a:gd name="adj2" fmla="val 50000"/>
          </a:avLst>
        </a:prstGeom>
        <a:solidFill>
          <a:schemeClr val="tx1">
            <a:lumMod val="65000"/>
            <a:lumOff val="35000"/>
          </a:schemeClr>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rtl="0">
            <a:lnSpc>
              <a:spcPct val="90000"/>
            </a:lnSpc>
            <a:spcBef>
              <a:spcPct val="0"/>
            </a:spcBef>
            <a:spcAft>
              <a:spcPct val="35000"/>
            </a:spcAft>
            <a:buNone/>
          </a:pPr>
          <a:endParaRPr lang="en-US" sz="1700" kern="1200"/>
        </a:p>
      </dsp:txBody>
      <dsp:txXfrm rot="10800000">
        <a:off x="4419138" y="4824291"/>
        <a:ext cx="331216" cy="360436"/>
      </dsp:txXfrm>
    </dsp:sp>
    <dsp:sp modelId="{A6089F61-9373-9D4D-8206-B9583FC5ADE5}">
      <dsp:nvSpPr>
        <dsp:cNvPr id="0" name=""/>
        <dsp:cNvSpPr/>
      </dsp:nvSpPr>
      <dsp:spPr>
        <a:xfrm>
          <a:off x="2274062" y="4114542"/>
          <a:ext cx="1779935" cy="1779935"/>
        </a:xfrm>
        <a:prstGeom prst="ellipse">
          <a:avLst/>
        </a:prstGeom>
        <a:solidFill>
          <a:schemeClr val="tx1"/>
        </a:solidFill>
        <a:ln>
          <a:solidFill>
            <a:srgbClr val="B42632"/>
          </a:solid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CRUD Operation</a:t>
          </a:r>
        </a:p>
      </dsp:txBody>
      <dsp:txXfrm>
        <a:off x="2534727" y="4375207"/>
        <a:ext cx="1258605" cy="1258605"/>
      </dsp:txXfrm>
    </dsp:sp>
    <dsp:sp modelId="{F70B1880-A422-E644-B670-92F9C4654CE1}">
      <dsp:nvSpPr>
        <dsp:cNvPr id="0" name=""/>
        <dsp:cNvSpPr/>
      </dsp:nvSpPr>
      <dsp:spPr>
        <a:xfrm rot="15120000">
          <a:off x="2518630" y="3445937"/>
          <a:ext cx="473165" cy="600728"/>
        </a:xfrm>
        <a:prstGeom prst="rightArrow">
          <a:avLst>
            <a:gd name="adj1" fmla="val 60000"/>
            <a:gd name="adj2" fmla="val 50000"/>
          </a:avLst>
        </a:prstGeom>
        <a:solidFill>
          <a:schemeClr val="tx1"/>
        </a:solidFill>
        <a:ln>
          <a:solidFill>
            <a:srgbClr val="B42632"/>
          </a:solid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rtl="0">
            <a:lnSpc>
              <a:spcPct val="90000"/>
            </a:lnSpc>
            <a:spcBef>
              <a:spcPct val="0"/>
            </a:spcBef>
            <a:spcAft>
              <a:spcPct val="35000"/>
            </a:spcAft>
            <a:buNone/>
          </a:pPr>
          <a:endParaRPr lang="en-US" sz="1700" kern="1200"/>
        </a:p>
      </dsp:txBody>
      <dsp:txXfrm rot="10800000">
        <a:off x="2611537" y="3633584"/>
        <a:ext cx="331216" cy="360436"/>
      </dsp:txXfrm>
    </dsp:sp>
    <dsp:sp modelId="{ACB7924B-EA5A-9C4D-9DA6-FBAEC68F3F5A}">
      <dsp:nvSpPr>
        <dsp:cNvPr id="0" name=""/>
        <dsp:cNvSpPr/>
      </dsp:nvSpPr>
      <dsp:spPr>
        <a:xfrm>
          <a:off x="1448152" y="1572652"/>
          <a:ext cx="1779935" cy="1779935"/>
        </a:xfrm>
        <a:prstGeom prst="ellipse">
          <a:avLst/>
        </a:prstGeom>
        <a:solidFill>
          <a:srgbClr val="B42632"/>
        </a:solidFill>
        <a:ln>
          <a:solidFill>
            <a:srgbClr val="B42632"/>
          </a:solid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Update Website</a:t>
          </a:r>
        </a:p>
      </dsp:txBody>
      <dsp:txXfrm>
        <a:off x="1708817" y="1833317"/>
        <a:ext cx="1258605" cy="1258605"/>
      </dsp:txXfrm>
    </dsp:sp>
    <dsp:sp modelId="{0B5509A8-D819-0D41-9FA5-91CE0AD9E023}">
      <dsp:nvSpPr>
        <dsp:cNvPr id="0" name=""/>
        <dsp:cNvSpPr/>
      </dsp:nvSpPr>
      <dsp:spPr>
        <a:xfrm rot="19440000">
          <a:off x="3171833" y="1384640"/>
          <a:ext cx="473165" cy="600728"/>
        </a:xfrm>
        <a:prstGeom prst="rightArrow">
          <a:avLst>
            <a:gd name="adj1" fmla="val 60000"/>
            <a:gd name="adj2" fmla="val 50000"/>
          </a:avLst>
        </a:prstGeom>
        <a:solidFill>
          <a:srgbClr val="B42632"/>
        </a:soli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rtl="0">
            <a:lnSpc>
              <a:spcPct val="90000"/>
            </a:lnSpc>
            <a:spcBef>
              <a:spcPct val="0"/>
            </a:spcBef>
            <a:spcAft>
              <a:spcPct val="35000"/>
            </a:spcAft>
            <a:buNone/>
          </a:pPr>
          <a:endParaRPr lang="en-US" sz="1700" kern="1200"/>
        </a:p>
      </dsp:txBody>
      <dsp:txXfrm>
        <a:off x="3185388" y="1546504"/>
        <a:ext cx="331216" cy="3604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9A3DA-7483-FF43-9A89-3660769D6185}">
      <dsp:nvSpPr>
        <dsp:cNvPr id="0" name=""/>
        <dsp:cNvSpPr/>
      </dsp:nvSpPr>
      <dsp:spPr>
        <a:xfrm rot="5400000">
          <a:off x="932149" y="2142275"/>
          <a:ext cx="918002" cy="1045113"/>
        </a:xfrm>
        <a:prstGeom prst="bentUpArrow">
          <a:avLst>
            <a:gd name="adj1" fmla="val 32840"/>
            <a:gd name="adj2" fmla="val 25000"/>
            <a:gd name="adj3" fmla="val 35780"/>
          </a:avLst>
        </a:prstGeom>
        <a:solidFill>
          <a:schemeClr val="bg1"/>
        </a:solidFill>
        <a:ln>
          <a:noFill/>
        </a:ln>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18A2220E-FB97-EB4E-81B6-ED5E544E9A9D}">
      <dsp:nvSpPr>
        <dsp:cNvPr id="0" name=""/>
        <dsp:cNvSpPr/>
      </dsp:nvSpPr>
      <dsp:spPr>
        <a:xfrm>
          <a:off x="1033" y="1076686"/>
          <a:ext cx="4694651" cy="1081713"/>
        </a:xfrm>
        <a:prstGeom prst="roundRect">
          <a:avLst>
            <a:gd name="adj" fmla="val 16670"/>
          </a:avLst>
        </a:prstGeom>
        <a:solidFill>
          <a:schemeClr val="bg1"/>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latin typeface="Times New Roman" panose="02020603050405020304" pitchFamily="18" charset="0"/>
              <a:ea typeface="Arial" pitchFamily="34" charset="-122"/>
              <a:cs typeface="Times New Roman" panose="02020603050405020304" pitchFamily="18" charset="0"/>
            </a:rPr>
            <a:t>Database Layer</a:t>
          </a:r>
          <a:endParaRPr lang="en-US" sz="2400" b="1" kern="1200" dirty="0">
            <a:solidFill>
              <a:schemeClr val="tx1"/>
            </a:solidFill>
            <a:latin typeface="Times New Roman" panose="02020603050405020304" pitchFamily="18" charset="0"/>
            <a:cs typeface="Times New Roman" panose="02020603050405020304" pitchFamily="18" charset="0"/>
          </a:endParaRPr>
        </a:p>
        <a:p>
          <a:pPr marL="0" lvl="0" indent="0" algn="ctr" defTabSz="1066800">
            <a:lnSpc>
              <a:spcPct val="90000"/>
            </a:lnSpc>
            <a:spcBef>
              <a:spcPct val="0"/>
            </a:spcBef>
            <a:spcAft>
              <a:spcPct val="35000"/>
            </a:spcAft>
            <a:buNone/>
          </a:pPr>
          <a:r>
            <a:rPr lang="en-US" sz="2400" kern="1200" dirty="0">
              <a:solidFill>
                <a:schemeClr val="tx1"/>
              </a:solidFill>
              <a:latin typeface="Times New Roman" panose="02020603050405020304" pitchFamily="18" charset="0"/>
              <a:ea typeface="Arial" pitchFamily="34" charset="-122"/>
              <a:cs typeface="Times New Roman" panose="02020603050405020304" pitchFamily="18" charset="0"/>
            </a:rPr>
            <a:t>MySQL stores stories, media, users, team, submissions</a:t>
          </a:r>
          <a:endParaRPr lang="en-US" sz="2400" kern="1200" dirty="0">
            <a:solidFill>
              <a:schemeClr val="tx1"/>
            </a:solidFill>
            <a:latin typeface="Times New Roman" panose="02020603050405020304" pitchFamily="18" charset="0"/>
            <a:cs typeface="Times New Roman" panose="02020603050405020304" pitchFamily="18" charset="0"/>
          </a:endParaRPr>
        </a:p>
      </dsp:txBody>
      <dsp:txXfrm>
        <a:off x="53847" y="1129500"/>
        <a:ext cx="4589023" cy="976085"/>
      </dsp:txXfrm>
    </dsp:sp>
    <dsp:sp modelId="{F2D5BD92-7F70-4045-85EA-6A2AA6E521B9}">
      <dsp:nvSpPr>
        <dsp:cNvPr id="0" name=""/>
        <dsp:cNvSpPr/>
      </dsp:nvSpPr>
      <dsp:spPr>
        <a:xfrm>
          <a:off x="3121047" y="1179852"/>
          <a:ext cx="1123959" cy="87428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F4628B8-95F9-1847-A39C-9C09D3FC9C57}">
      <dsp:nvSpPr>
        <dsp:cNvPr id="0" name=""/>
        <dsp:cNvSpPr/>
      </dsp:nvSpPr>
      <dsp:spPr>
        <a:xfrm rot="5400000">
          <a:off x="2668264" y="3396334"/>
          <a:ext cx="834473" cy="996484"/>
        </a:xfrm>
        <a:prstGeom prst="bentUpArrow">
          <a:avLst>
            <a:gd name="adj1" fmla="val 32840"/>
            <a:gd name="adj2" fmla="val 25000"/>
            <a:gd name="adj3" fmla="val 35780"/>
          </a:avLst>
        </a:prstGeom>
        <a:solidFill>
          <a:schemeClr val="bg1"/>
        </a:solidFill>
        <a:ln>
          <a:solidFill>
            <a:srgbClr val="B42632"/>
          </a:solidFill>
        </a:ln>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D1E4D9DC-00AE-E24E-B1B6-B167C1B80D34}">
      <dsp:nvSpPr>
        <dsp:cNvPr id="0" name=""/>
        <dsp:cNvSpPr/>
      </dsp:nvSpPr>
      <dsp:spPr>
        <a:xfrm>
          <a:off x="1917960" y="2369333"/>
          <a:ext cx="5135315" cy="1081713"/>
        </a:xfrm>
        <a:prstGeom prst="roundRect">
          <a:avLst>
            <a:gd name="adj" fmla="val 16670"/>
          </a:avLst>
        </a:prstGeom>
        <a:solidFill>
          <a:schemeClr val="tx1"/>
        </a:solidFill>
        <a:ln>
          <a:solidFill>
            <a:srgbClr val="B42632"/>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latin typeface="Times New Roman" panose="02020603050405020304" pitchFamily="18" charset="0"/>
              <a:ea typeface="Arial" pitchFamily="34" charset="-122"/>
              <a:cs typeface="Times New Roman" panose="02020603050405020304" pitchFamily="18" charset="0"/>
            </a:rPr>
            <a:t>Backend Layer</a:t>
          </a:r>
        </a:p>
        <a:p>
          <a:pPr marL="0" lvl="0" indent="0" algn="ctr" defTabSz="1066800">
            <a:lnSpc>
              <a:spcPct val="90000"/>
            </a:lnSpc>
            <a:spcBef>
              <a:spcPct val="0"/>
            </a:spcBef>
            <a:spcAft>
              <a:spcPct val="35000"/>
            </a:spcAft>
            <a:buNone/>
          </a:pPr>
          <a:r>
            <a:rPr lang="en-US" sz="2400" kern="1200" dirty="0">
              <a:solidFill>
                <a:schemeClr val="bg1"/>
              </a:solidFill>
              <a:latin typeface="Times New Roman" panose="02020603050405020304" pitchFamily="18" charset="0"/>
              <a:ea typeface="Arial" pitchFamily="34" charset="-122"/>
              <a:cs typeface="Times New Roman" panose="02020603050405020304" pitchFamily="18" charset="0"/>
            </a:rPr>
            <a:t>PHP handles requests, validation, and database operations</a:t>
          </a:r>
          <a:endParaRPr lang="en-US" sz="2400" kern="1200" dirty="0">
            <a:solidFill>
              <a:schemeClr val="bg1"/>
            </a:solidFill>
            <a:latin typeface="Times New Roman" panose="02020603050405020304" pitchFamily="18" charset="0"/>
            <a:cs typeface="Times New Roman" panose="02020603050405020304" pitchFamily="18" charset="0"/>
          </a:endParaRPr>
        </a:p>
      </dsp:txBody>
      <dsp:txXfrm>
        <a:off x="1970774" y="2422147"/>
        <a:ext cx="5029687" cy="976085"/>
      </dsp:txXfrm>
    </dsp:sp>
    <dsp:sp modelId="{D28D20F0-65DD-094B-A3D7-DC946EBE7F77}">
      <dsp:nvSpPr>
        <dsp:cNvPr id="0" name=""/>
        <dsp:cNvSpPr/>
      </dsp:nvSpPr>
      <dsp:spPr>
        <a:xfrm>
          <a:off x="5594811" y="2394972"/>
          <a:ext cx="1123959" cy="87428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85A0C74-DA89-6B4C-BE28-8A7473B53BB9}">
      <dsp:nvSpPr>
        <dsp:cNvPr id="0" name=""/>
        <dsp:cNvSpPr/>
      </dsp:nvSpPr>
      <dsp:spPr>
        <a:xfrm>
          <a:off x="3633046" y="3799466"/>
          <a:ext cx="4660467" cy="1081713"/>
        </a:xfrm>
        <a:prstGeom prst="roundRect">
          <a:avLst>
            <a:gd name="adj" fmla="val 16670"/>
          </a:avLst>
        </a:prstGeom>
        <a:solidFill>
          <a:srgbClr val="B42632"/>
        </a:solidFill>
        <a:ln>
          <a:solidFill>
            <a:schemeClr val="bg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latin typeface="Times New Roman" panose="02020603050405020304" pitchFamily="18" charset="0"/>
              <a:ea typeface="Arial" pitchFamily="34" charset="-122"/>
              <a:cs typeface="Times New Roman" panose="02020603050405020304" pitchFamily="18" charset="0"/>
            </a:rPr>
            <a:t>Frontend Layer</a:t>
          </a:r>
          <a:endParaRPr lang="en-US" sz="2400" b="1" kern="1200" dirty="0">
            <a:solidFill>
              <a:schemeClr val="bg1"/>
            </a:solidFill>
            <a:latin typeface="Times New Roman" panose="02020603050405020304" pitchFamily="18" charset="0"/>
            <a:cs typeface="Times New Roman" panose="02020603050405020304" pitchFamily="18" charset="0"/>
          </a:endParaRPr>
        </a:p>
        <a:p>
          <a:pPr marL="0" lvl="0" indent="0" algn="ctr" defTabSz="1066800">
            <a:lnSpc>
              <a:spcPct val="90000"/>
            </a:lnSpc>
            <a:spcBef>
              <a:spcPct val="0"/>
            </a:spcBef>
            <a:spcAft>
              <a:spcPct val="35000"/>
            </a:spcAft>
            <a:buNone/>
          </a:pPr>
          <a:r>
            <a:rPr lang="en-US" sz="2400" kern="1200" dirty="0">
              <a:solidFill>
                <a:schemeClr val="bg1"/>
              </a:solidFill>
              <a:latin typeface="Times New Roman" panose="02020603050405020304" pitchFamily="18" charset="0"/>
              <a:ea typeface="Arial" pitchFamily="34" charset="-122"/>
              <a:cs typeface="Times New Roman" panose="02020603050405020304" pitchFamily="18" charset="0"/>
            </a:rPr>
            <a:t>HTML5 + CSS3 + Bootstrap + JavaScript</a:t>
          </a:r>
          <a:endParaRPr lang="en-US" sz="2400" kern="1200" dirty="0">
            <a:solidFill>
              <a:schemeClr val="bg1"/>
            </a:solidFill>
            <a:latin typeface="Times New Roman" panose="02020603050405020304" pitchFamily="18" charset="0"/>
            <a:cs typeface="Times New Roman" panose="02020603050405020304" pitchFamily="18" charset="0"/>
          </a:endParaRPr>
        </a:p>
      </dsp:txBody>
      <dsp:txXfrm>
        <a:off x="3685860" y="3852280"/>
        <a:ext cx="4554839" cy="97608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DA0452-37C9-DE44-84C4-B9C104EE27F9}">
      <dsp:nvSpPr>
        <dsp:cNvPr id="0" name=""/>
        <dsp:cNvSpPr/>
      </dsp:nvSpPr>
      <dsp:spPr>
        <a:xfrm rot="16200000">
          <a:off x="-1418497" y="1419489"/>
          <a:ext cx="5418667" cy="2579687"/>
        </a:xfrm>
        <a:prstGeom prst="flowChartManualOperation">
          <a:avLst/>
        </a:prstGeom>
        <a:solidFill>
          <a:schemeClr val="bg1"/>
        </a:solidFill>
        <a:ln>
          <a:solidFill>
            <a:srgbClr val="B42632"/>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0" tIns="0" rIns="203200" bIns="0" numCol="1" spcCol="1270" anchor="t" anchorCtr="0">
          <a:noAutofit/>
        </a:bodyPr>
        <a:lstStyle/>
        <a:p>
          <a:pPr marL="0" lvl="0" indent="0" algn="l" defTabSz="1422400" rtl="1">
            <a:lnSpc>
              <a:spcPct val="90000"/>
            </a:lnSpc>
            <a:spcBef>
              <a:spcPct val="0"/>
            </a:spcBef>
            <a:spcAft>
              <a:spcPct val="35000"/>
            </a:spcAft>
            <a:buNone/>
          </a:pPr>
          <a:r>
            <a:rPr lang="en-US" sz="3200" b="1" u="sng" kern="1200" dirty="0">
              <a:solidFill>
                <a:schemeClr val="tx1"/>
              </a:solidFill>
              <a:latin typeface="Times New Roman" panose="02020603050405020304" pitchFamily="18" charset="0"/>
              <a:cs typeface="Times New Roman" panose="02020603050405020304" pitchFamily="18" charset="0"/>
            </a:rPr>
            <a:t>Admin</a:t>
          </a:r>
        </a:p>
        <a:p>
          <a:pPr marL="228600" lvl="1" indent="-228600" algn="l" defTabSz="1022350" rtl="0">
            <a:lnSpc>
              <a:spcPct val="90000"/>
            </a:lnSpc>
            <a:spcBef>
              <a:spcPct val="0"/>
            </a:spcBef>
            <a:spcAft>
              <a:spcPct val="15000"/>
            </a:spcAft>
            <a:buChar char="•"/>
          </a:pPr>
          <a:r>
            <a:rPr lang="en-US" sz="2300" kern="1200" dirty="0">
              <a:solidFill>
                <a:schemeClr val="tx1"/>
              </a:solidFill>
              <a:latin typeface="Times New Roman" panose="02020603050405020304" pitchFamily="18" charset="0"/>
              <a:cs typeface="Times New Roman" panose="02020603050405020304" pitchFamily="18" charset="0"/>
            </a:rPr>
            <a:t>Login</a:t>
          </a:r>
        </a:p>
        <a:p>
          <a:pPr marL="228600" lvl="1" indent="-228600" algn="l" defTabSz="1022350" rtl="0">
            <a:lnSpc>
              <a:spcPct val="90000"/>
            </a:lnSpc>
            <a:spcBef>
              <a:spcPct val="0"/>
            </a:spcBef>
            <a:spcAft>
              <a:spcPct val="15000"/>
            </a:spcAft>
            <a:buChar char="•"/>
          </a:pPr>
          <a:r>
            <a:rPr lang="en-US" sz="2300" kern="1200" dirty="0">
              <a:solidFill>
                <a:schemeClr val="tx1"/>
              </a:solidFill>
              <a:latin typeface="Times New Roman" panose="02020603050405020304" pitchFamily="18" charset="0"/>
              <a:cs typeface="Times New Roman" panose="02020603050405020304" pitchFamily="18" charset="0"/>
            </a:rPr>
            <a:t>Manage Stories.</a:t>
          </a:r>
        </a:p>
        <a:p>
          <a:pPr marL="228600" lvl="1" indent="-228600" algn="l" defTabSz="1022350" rtl="0">
            <a:lnSpc>
              <a:spcPct val="90000"/>
            </a:lnSpc>
            <a:spcBef>
              <a:spcPct val="0"/>
            </a:spcBef>
            <a:spcAft>
              <a:spcPct val="15000"/>
            </a:spcAft>
            <a:buChar char="•"/>
          </a:pPr>
          <a:r>
            <a:rPr lang="en-US" sz="2300" kern="1200" dirty="0">
              <a:solidFill>
                <a:schemeClr val="tx1"/>
              </a:solidFill>
              <a:latin typeface="Times New Roman" panose="02020603050405020304" pitchFamily="18" charset="0"/>
              <a:cs typeface="Times New Roman" panose="02020603050405020304" pitchFamily="18" charset="0"/>
            </a:rPr>
            <a:t>Manage Videos.</a:t>
          </a:r>
        </a:p>
        <a:p>
          <a:pPr marL="228600" lvl="1" indent="-228600" algn="l" defTabSz="1022350" rtl="0">
            <a:lnSpc>
              <a:spcPct val="90000"/>
            </a:lnSpc>
            <a:spcBef>
              <a:spcPct val="0"/>
            </a:spcBef>
            <a:spcAft>
              <a:spcPct val="15000"/>
            </a:spcAft>
            <a:buChar char="•"/>
          </a:pPr>
          <a:r>
            <a:rPr lang="en-US" sz="2300" kern="1200" dirty="0">
              <a:solidFill>
                <a:schemeClr val="tx1"/>
              </a:solidFill>
              <a:latin typeface="Times New Roman" panose="02020603050405020304" pitchFamily="18" charset="0"/>
              <a:cs typeface="Times New Roman" panose="02020603050405020304" pitchFamily="18" charset="0"/>
            </a:rPr>
            <a:t>Manage Photos.</a:t>
          </a:r>
        </a:p>
        <a:p>
          <a:pPr marL="228600" lvl="1" indent="-228600" algn="l" defTabSz="1022350" rtl="0">
            <a:lnSpc>
              <a:spcPct val="90000"/>
            </a:lnSpc>
            <a:spcBef>
              <a:spcPct val="0"/>
            </a:spcBef>
            <a:spcAft>
              <a:spcPct val="15000"/>
            </a:spcAft>
            <a:buChar char="•"/>
          </a:pPr>
          <a:r>
            <a:rPr lang="en-US" sz="2300" kern="1200" dirty="0">
              <a:solidFill>
                <a:schemeClr val="tx1"/>
              </a:solidFill>
              <a:latin typeface="Times New Roman" panose="02020603050405020304" pitchFamily="18" charset="0"/>
              <a:cs typeface="Times New Roman" panose="02020603050405020304" pitchFamily="18" charset="0"/>
            </a:rPr>
            <a:t>Manage Team.</a:t>
          </a:r>
        </a:p>
        <a:p>
          <a:pPr marL="228600" lvl="1" indent="-228600" algn="l" defTabSz="1022350" rtl="0">
            <a:lnSpc>
              <a:spcPct val="90000"/>
            </a:lnSpc>
            <a:spcBef>
              <a:spcPct val="0"/>
            </a:spcBef>
            <a:spcAft>
              <a:spcPct val="15000"/>
            </a:spcAft>
            <a:buChar char="•"/>
          </a:pPr>
          <a:r>
            <a:rPr lang="en-US" sz="2300" kern="1200" dirty="0">
              <a:solidFill>
                <a:schemeClr val="tx1"/>
              </a:solidFill>
              <a:latin typeface="Times New Roman" panose="02020603050405020304" pitchFamily="18" charset="0"/>
              <a:cs typeface="Times New Roman" panose="02020603050405020304" pitchFamily="18" charset="0"/>
            </a:rPr>
            <a:t>Review Submissions.</a:t>
          </a:r>
        </a:p>
      </dsp:txBody>
      <dsp:txXfrm rot="5400000">
        <a:off x="993" y="1083732"/>
        <a:ext cx="2579687" cy="3251201"/>
      </dsp:txXfrm>
    </dsp:sp>
    <dsp:sp modelId="{1CB4EC73-064C-6944-9A59-2F4B1B75A358}">
      <dsp:nvSpPr>
        <dsp:cNvPr id="0" name=""/>
        <dsp:cNvSpPr/>
      </dsp:nvSpPr>
      <dsp:spPr>
        <a:xfrm rot="16200000">
          <a:off x="1354666" y="1419489"/>
          <a:ext cx="5418667" cy="2579687"/>
        </a:xfrm>
        <a:prstGeom prst="flowChartManualOperation">
          <a:avLst/>
        </a:prstGeom>
        <a:solidFill>
          <a:schemeClr val="tx1"/>
        </a:solidFill>
        <a:ln>
          <a:solidFill>
            <a:schemeClr val="tx1"/>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0" tIns="0" rIns="203200" bIns="0" numCol="1" spcCol="1270" anchor="t" anchorCtr="0">
          <a:noAutofit/>
        </a:bodyPr>
        <a:lstStyle/>
        <a:p>
          <a:pPr marL="0" lvl="0" indent="0" algn="l" defTabSz="1422400" rtl="0">
            <a:lnSpc>
              <a:spcPct val="90000"/>
            </a:lnSpc>
            <a:spcBef>
              <a:spcPct val="0"/>
            </a:spcBef>
            <a:spcAft>
              <a:spcPct val="35000"/>
            </a:spcAft>
            <a:buNone/>
          </a:pPr>
          <a:r>
            <a:rPr lang="en-US" sz="3200" b="1" u="sng" kern="1200" dirty="0">
              <a:solidFill>
                <a:prstClr val="white"/>
              </a:solidFill>
              <a:latin typeface="Times New Roman" panose="02020603050405020304" pitchFamily="18" charset="0"/>
              <a:ea typeface="+mn-ea"/>
              <a:cs typeface="Times New Roman" panose="02020603050405020304" pitchFamily="18" charset="0"/>
            </a:rPr>
            <a:t>System</a:t>
          </a:r>
        </a:p>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Browse Categories.</a:t>
          </a:r>
        </a:p>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Show Details</a:t>
          </a:r>
        </a:p>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Store Submissions.</a:t>
          </a:r>
        </a:p>
        <a:p>
          <a:pPr marL="228600" lvl="1" indent="-228600" algn="l" defTabSz="1022350" rtl="0">
            <a:lnSpc>
              <a:spcPct val="90000"/>
            </a:lnSpc>
            <a:spcBef>
              <a:spcPct val="0"/>
            </a:spcBef>
            <a:spcAft>
              <a:spcPct val="15000"/>
            </a:spcAft>
            <a:buChar char="•"/>
          </a:pPr>
          <a:r>
            <a:rPr lang="en-US" sz="2400" kern="1200" dirty="0">
              <a:solidFill>
                <a:prstClr val="white"/>
              </a:solidFill>
              <a:latin typeface="Times New Roman" panose="02020603050405020304" pitchFamily="18" charset="0"/>
              <a:ea typeface="+mn-ea"/>
              <a:cs typeface="Times New Roman" panose="02020603050405020304" pitchFamily="18" charset="0"/>
            </a:rPr>
            <a:t>Retrieve Media.</a:t>
          </a:r>
        </a:p>
      </dsp:txBody>
      <dsp:txXfrm rot="5400000">
        <a:off x="2774156" y="1083732"/>
        <a:ext cx="2579687" cy="3251201"/>
      </dsp:txXfrm>
    </dsp:sp>
    <dsp:sp modelId="{8289A5BA-97A6-194A-B5F0-993455CFC3D5}">
      <dsp:nvSpPr>
        <dsp:cNvPr id="0" name=""/>
        <dsp:cNvSpPr/>
      </dsp:nvSpPr>
      <dsp:spPr>
        <a:xfrm rot="16200000">
          <a:off x="4128822" y="1419489"/>
          <a:ext cx="5418667" cy="2579687"/>
        </a:xfrm>
        <a:prstGeom prst="flowChartManualOperati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3200" tIns="0" rIns="203200" bIns="0" numCol="1" spcCol="1270" anchor="t" anchorCtr="0">
          <a:noAutofit/>
        </a:bodyPr>
        <a:lstStyle/>
        <a:p>
          <a:pPr marL="0" lvl="0" indent="0" algn="l" defTabSz="1422400" rtl="0">
            <a:lnSpc>
              <a:spcPct val="90000"/>
            </a:lnSpc>
            <a:spcBef>
              <a:spcPct val="0"/>
            </a:spcBef>
            <a:spcAft>
              <a:spcPct val="35000"/>
            </a:spcAft>
            <a:buNone/>
          </a:pPr>
          <a:r>
            <a:rPr lang="en-US" sz="3200" b="1" u="sng" kern="1200" dirty="0">
              <a:solidFill>
                <a:prstClr val="white"/>
              </a:solidFill>
              <a:latin typeface="Times New Roman" panose="02020603050405020304" pitchFamily="18" charset="0"/>
              <a:ea typeface="+mn-ea"/>
              <a:cs typeface="Times New Roman" panose="02020603050405020304" pitchFamily="18" charset="0"/>
            </a:rPr>
            <a:t>Visitors</a:t>
          </a:r>
        </a:p>
        <a:p>
          <a:pPr marL="228600" lvl="1" indent="0" algn="l" defTabSz="1022350" rtl="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View Home.</a:t>
          </a:r>
        </a:p>
        <a:p>
          <a:pPr marL="228600" lvl="1" indent="0" algn="l" defTabSz="1022350" rtl="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View Stories.</a:t>
          </a:r>
        </a:p>
        <a:p>
          <a:pPr marL="228600" lvl="1" indent="0" algn="l" defTabSz="1022350" rtl="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View Videos.</a:t>
          </a:r>
        </a:p>
        <a:p>
          <a:pPr marL="228600" lvl="1" indent="0" algn="l" defTabSz="1022350" rtl="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View Photos.</a:t>
          </a:r>
        </a:p>
        <a:p>
          <a:pPr marL="228600" lvl="1" indent="0" algn="l" defTabSz="1022350" rtl="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Search Content.</a:t>
          </a:r>
        </a:p>
        <a:p>
          <a:pPr marL="228600" lvl="1" indent="0" algn="l" defTabSz="1022350" rtl="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Submit Story (contributors).</a:t>
          </a:r>
        </a:p>
      </dsp:txBody>
      <dsp:txXfrm rot="5400000">
        <a:off x="5548312" y="1083732"/>
        <a:ext cx="2579687" cy="32512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A75B2-6957-BF41-9BAB-CFC43EDBF156}">
      <dsp:nvSpPr>
        <dsp:cNvPr id="0" name=""/>
        <dsp:cNvSpPr/>
      </dsp:nvSpPr>
      <dsp:spPr>
        <a:xfrm rot="5400000">
          <a:off x="3968326" y="-2422313"/>
          <a:ext cx="1735666" cy="6583680"/>
        </a:xfrm>
        <a:prstGeom prst="round2SameRect">
          <a:avLst>
            <a:gd name="adj1" fmla="val 15000"/>
            <a:gd name="adj2" fmla="val 0"/>
          </a:avLst>
        </a:prstGeom>
        <a:solidFill>
          <a:schemeClr val="bg1"/>
        </a:solidFill>
        <a:ln w="6350" cap="flat" cmpd="sng" algn="ctr">
          <a:solidFill>
            <a:srgbClr val="B42632"/>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6021" tIns="171445" rIns="86021" bIns="171445" numCol="1" spcCol="1270" anchor="ctr" anchorCtr="0">
          <a:noAutofit/>
        </a:bodyPr>
        <a:lstStyle/>
        <a:p>
          <a:pPr marL="0" lvl="0" indent="0" algn="ctr" defTabSz="1422400">
            <a:lnSpc>
              <a:spcPct val="90000"/>
            </a:lnSpc>
            <a:spcBef>
              <a:spcPct val="0"/>
            </a:spcBef>
            <a:spcAft>
              <a:spcPct val="35000"/>
            </a:spcAft>
            <a:buNone/>
          </a:pPr>
          <a:r>
            <a:rPr lang="en-PS" sz="3200" b="1" i="0" u="none" kern="1200" dirty="0">
              <a:solidFill>
                <a:schemeClr val="tx1"/>
              </a:solidFill>
              <a:latin typeface="Times New Roman" panose="02020603050405020304" pitchFamily="18" charset="0"/>
              <a:cs typeface="Times New Roman" panose="02020603050405020304" pitchFamily="18" charset="0"/>
            </a:rPr>
            <a:t>CDMC Gaza</a:t>
          </a:r>
          <a:endParaRPr lang="en-US" sz="3200" b="1" kern="1200" dirty="0">
            <a:solidFill>
              <a:schemeClr val="tx1"/>
            </a:solidFill>
            <a:latin typeface="Times New Roman" panose="02020603050405020304" pitchFamily="18" charset="0"/>
            <a:cs typeface="Times New Roman" panose="02020603050405020304" pitchFamily="18" charset="0"/>
          </a:endParaRPr>
        </a:p>
      </dsp:txBody>
      <dsp:txXfrm rot="16200000">
        <a:off x="47612" y="49305"/>
        <a:ext cx="1577988" cy="1640442"/>
      </dsp:txXfrm>
    </dsp:sp>
    <dsp:sp modelId="{4634B725-270D-B141-92C2-C106B4E13CED}">
      <dsp:nvSpPr>
        <dsp:cNvPr id="0" name=""/>
        <dsp:cNvSpPr/>
      </dsp:nvSpPr>
      <dsp:spPr>
        <a:xfrm>
          <a:off x="1625599" y="1693"/>
          <a:ext cx="6502400" cy="173566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171445" rIns="137634" bIns="171445"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tx1"/>
              </a:solidFill>
              <a:latin typeface="Times New Roman" panose="02020603050405020304" pitchFamily="18" charset="0"/>
              <a:cs typeface="Times New Roman" panose="02020603050405020304" pitchFamily="18" charset="0"/>
            </a:rPr>
            <a:t>It documents human stories and media content from Gaza, but focuses more on media dissemination and community engagement, rather than on building an organized digital archive of personal stories.</a:t>
          </a:r>
        </a:p>
      </dsp:txBody>
      <dsp:txXfrm>
        <a:off x="1625599" y="1693"/>
        <a:ext cx="6502400" cy="1735666"/>
      </dsp:txXfrm>
    </dsp:sp>
    <dsp:sp modelId="{558453C0-3176-A14E-90A2-E0A10B821790}">
      <dsp:nvSpPr>
        <dsp:cNvPr id="0" name=""/>
        <dsp:cNvSpPr/>
      </dsp:nvSpPr>
      <dsp:spPr>
        <a:xfrm rot="16200000">
          <a:off x="-55033" y="56726"/>
          <a:ext cx="1735666" cy="1625600"/>
        </a:xfrm>
        <a:prstGeom prst="round2SameRect">
          <a:avLst>
            <a:gd name="adj1" fmla="val 10000"/>
            <a:gd name="adj2" fmla="val 0"/>
          </a:avLst>
        </a:prstGeom>
        <a:solidFill>
          <a:schemeClr val="bg1"/>
        </a:solidFill>
        <a:ln w="6350" cap="flat" cmpd="sng" algn="ctr">
          <a:solidFill>
            <a:srgbClr val="B42632"/>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6021" tIns="171445" rIns="86021" bIns="171445" numCol="1" spcCol="1270" anchor="ctr" anchorCtr="0">
          <a:noAutofit/>
        </a:bodyPr>
        <a:lstStyle/>
        <a:p>
          <a:pPr marL="0" lvl="0" indent="0" algn="ctr" defTabSz="1422400">
            <a:lnSpc>
              <a:spcPct val="90000"/>
            </a:lnSpc>
            <a:spcBef>
              <a:spcPct val="0"/>
            </a:spcBef>
            <a:spcAft>
              <a:spcPct val="35000"/>
            </a:spcAft>
            <a:buNone/>
          </a:pPr>
          <a:r>
            <a:rPr lang="en-PS" sz="3200" b="1" i="0" u="none" kern="1200" dirty="0">
              <a:solidFill>
                <a:schemeClr val="tx1"/>
              </a:solidFill>
              <a:latin typeface="Times New Roman" panose="02020603050405020304" pitchFamily="18" charset="0"/>
              <a:cs typeface="Times New Roman" panose="02020603050405020304" pitchFamily="18" charset="0"/>
            </a:rPr>
            <a:t>CDMC Gaza</a:t>
          </a:r>
          <a:endParaRPr lang="en-US" sz="3200" b="1" kern="1200" dirty="0">
            <a:solidFill>
              <a:schemeClr val="tx1"/>
            </a:solidFill>
            <a:latin typeface="Times New Roman" panose="02020603050405020304" pitchFamily="18" charset="0"/>
            <a:cs typeface="Times New Roman" panose="02020603050405020304" pitchFamily="18" charset="0"/>
          </a:endParaRPr>
        </a:p>
      </dsp:txBody>
      <dsp:txXfrm rot="5400000">
        <a:off x="47612" y="49305"/>
        <a:ext cx="1577988" cy="1640442"/>
      </dsp:txXfrm>
    </dsp:sp>
    <dsp:sp modelId="{970C8950-F3A2-1B44-92C4-829DF08286F3}">
      <dsp:nvSpPr>
        <dsp:cNvPr id="0" name=""/>
        <dsp:cNvSpPr/>
      </dsp:nvSpPr>
      <dsp:spPr>
        <a:xfrm rot="5400000">
          <a:off x="3968326" y="-582506"/>
          <a:ext cx="1735666" cy="6583680"/>
        </a:xfrm>
        <a:prstGeom prst="round2SameRect">
          <a:avLst>
            <a:gd name="adj1" fmla="val 15000"/>
            <a:gd name="adj2" fmla="val 0"/>
          </a:avLst>
        </a:prstGeom>
        <a:solidFill>
          <a:schemeClr val="tx1"/>
        </a:solidFill>
        <a:ln w="6350" cap="flat" cmpd="sng" algn="ctr">
          <a:solidFill>
            <a:schemeClr val="accent3">
              <a:hueOff val="1355300"/>
              <a:satOff val="50000"/>
              <a:lumOff val="-7353"/>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6021" tIns="171445" rIns="86021" bIns="171445" numCol="1" spcCol="1270" anchor="ctr" anchorCtr="0">
          <a:noAutofit/>
        </a:bodyPr>
        <a:lstStyle/>
        <a:p>
          <a:pPr marL="0" lvl="0" indent="0" algn="ctr" defTabSz="1066800">
            <a:lnSpc>
              <a:spcPct val="90000"/>
            </a:lnSpc>
            <a:spcBef>
              <a:spcPct val="0"/>
            </a:spcBef>
            <a:spcAft>
              <a:spcPct val="35000"/>
            </a:spcAft>
            <a:buNone/>
          </a:pPr>
          <a:r>
            <a:rPr lang="en-PS" sz="2400" b="1" i="0" kern="1200" dirty="0">
              <a:latin typeface="Times New Roman" panose="02020603050405020304" pitchFamily="18" charset="0"/>
              <a:cs typeface="Times New Roman" panose="02020603050405020304" pitchFamily="18" charset="0"/>
            </a:rPr>
            <a:t>Al Jazeera Gaza Coverage</a:t>
          </a:r>
          <a:endParaRPr lang="en-US" sz="2400" kern="1200" dirty="0">
            <a:latin typeface="Times New Roman" panose="02020603050405020304" pitchFamily="18" charset="0"/>
            <a:cs typeface="Times New Roman" panose="02020603050405020304" pitchFamily="18" charset="0"/>
          </a:endParaRPr>
        </a:p>
      </dsp:txBody>
      <dsp:txXfrm rot="16200000">
        <a:off x="47612" y="1889112"/>
        <a:ext cx="1577988" cy="1640442"/>
      </dsp:txXfrm>
    </dsp:sp>
    <dsp:sp modelId="{8A4E747C-6FF3-F24D-A1E2-CA9B872A6C7C}">
      <dsp:nvSpPr>
        <dsp:cNvPr id="0" name=""/>
        <dsp:cNvSpPr/>
      </dsp:nvSpPr>
      <dsp:spPr>
        <a:xfrm>
          <a:off x="1625599" y="1841500"/>
          <a:ext cx="6502400" cy="173566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171445" rIns="137634" bIns="171445"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bg1"/>
              </a:solidFill>
              <a:latin typeface="Times New Roman" panose="02020603050405020304" pitchFamily="18" charset="0"/>
              <a:cs typeface="Times New Roman" panose="02020603050405020304" pitchFamily="18" charset="0"/>
            </a:rPr>
            <a:t>It provides extensive news coverage of Gaza through reports, photos, videos, and interviews, but its primary goal is to convey the news, not to preserve human memory as an independent archive.</a:t>
          </a:r>
        </a:p>
      </dsp:txBody>
      <dsp:txXfrm>
        <a:off x="1625599" y="1841500"/>
        <a:ext cx="6502400" cy="1735666"/>
      </dsp:txXfrm>
    </dsp:sp>
    <dsp:sp modelId="{FF9AC012-8D4B-0A49-9C99-F1A786B54CB4}">
      <dsp:nvSpPr>
        <dsp:cNvPr id="0" name=""/>
        <dsp:cNvSpPr/>
      </dsp:nvSpPr>
      <dsp:spPr>
        <a:xfrm rot="16200000">
          <a:off x="-55033" y="1896533"/>
          <a:ext cx="1735666" cy="1625600"/>
        </a:xfrm>
        <a:prstGeom prst="round2SameRect">
          <a:avLst>
            <a:gd name="adj1" fmla="val 10000"/>
            <a:gd name="adj2" fmla="val 0"/>
          </a:avLst>
        </a:prstGeom>
        <a:solidFill>
          <a:schemeClr val="tx1"/>
        </a:solidFill>
        <a:ln w="6350" cap="flat" cmpd="sng" algn="ctr">
          <a:solidFill>
            <a:schemeClr val="accent3">
              <a:hueOff val="1355300"/>
              <a:satOff val="50000"/>
              <a:lumOff val="-7353"/>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6021" tIns="171445" rIns="86021" bIns="171445" numCol="1" spcCol="1270" anchor="ctr" anchorCtr="0">
          <a:noAutofit/>
        </a:bodyPr>
        <a:lstStyle/>
        <a:p>
          <a:pPr marL="0" lvl="0" indent="0" algn="ctr" defTabSz="1066800">
            <a:lnSpc>
              <a:spcPct val="90000"/>
            </a:lnSpc>
            <a:spcBef>
              <a:spcPct val="0"/>
            </a:spcBef>
            <a:spcAft>
              <a:spcPct val="35000"/>
            </a:spcAft>
            <a:buNone/>
          </a:pPr>
          <a:r>
            <a:rPr lang="en-PS" sz="2400" b="1" i="0" kern="1200" dirty="0">
              <a:latin typeface="Times New Roman" panose="02020603050405020304" pitchFamily="18" charset="0"/>
              <a:cs typeface="Times New Roman" panose="02020603050405020304" pitchFamily="18" charset="0"/>
            </a:rPr>
            <a:t>Al Jazeera Gaza Coverage</a:t>
          </a:r>
          <a:endParaRPr lang="en-US" sz="2400" kern="1200" dirty="0">
            <a:latin typeface="Times New Roman" panose="02020603050405020304" pitchFamily="18" charset="0"/>
            <a:cs typeface="Times New Roman" panose="02020603050405020304" pitchFamily="18" charset="0"/>
          </a:endParaRPr>
        </a:p>
      </dsp:txBody>
      <dsp:txXfrm rot="5400000">
        <a:off x="47612" y="1889112"/>
        <a:ext cx="1577988" cy="1640442"/>
      </dsp:txXfrm>
    </dsp:sp>
    <dsp:sp modelId="{8D32B97D-D173-AE4C-B42B-0517300B8D29}">
      <dsp:nvSpPr>
        <dsp:cNvPr id="0" name=""/>
        <dsp:cNvSpPr/>
      </dsp:nvSpPr>
      <dsp:spPr>
        <a:xfrm rot="5400000">
          <a:off x="3968326" y="1257300"/>
          <a:ext cx="1735666" cy="6583680"/>
        </a:xfrm>
        <a:prstGeom prst="round2SameRect">
          <a:avLst>
            <a:gd name="adj1" fmla="val 15000"/>
            <a:gd name="adj2" fmla="val 0"/>
          </a:avLst>
        </a:prstGeom>
        <a:solidFill>
          <a:srgbClr val="B42632"/>
        </a:solidFill>
        <a:ln w="6350" cap="flat" cmpd="sng" algn="ctr">
          <a:solidFill>
            <a:schemeClr val="tx1"/>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6021" tIns="171445" rIns="86021" bIns="171445" numCol="1" spcCol="1270" anchor="ctr" anchorCtr="0">
          <a:noAutofit/>
        </a:bodyPr>
        <a:lstStyle/>
        <a:p>
          <a:pPr marL="0" lvl="0" indent="0" algn="ctr" defTabSz="1422400">
            <a:lnSpc>
              <a:spcPct val="90000"/>
            </a:lnSpc>
            <a:spcBef>
              <a:spcPct val="0"/>
            </a:spcBef>
            <a:spcAft>
              <a:spcPct val="35000"/>
            </a:spcAft>
            <a:buNone/>
          </a:pPr>
          <a:r>
            <a:rPr lang="en-PS" sz="3200" b="1" i="0" kern="1200" dirty="0">
              <a:latin typeface="Times New Roman" panose="02020603050405020304" pitchFamily="18" charset="0"/>
              <a:cs typeface="Times New Roman" panose="02020603050405020304" pitchFamily="18" charset="0"/>
            </a:rPr>
            <a:t>WAFA News Agency</a:t>
          </a:r>
          <a:endParaRPr lang="en-US" sz="3200" kern="1200" dirty="0">
            <a:latin typeface="Times New Roman" panose="02020603050405020304" pitchFamily="18" charset="0"/>
            <a:cs typeface="Times New Roman" panose="02020603050405020304" pitchFamily="18" charset="0"/>
          </a:endParaRPr>
        </a:p>
      </dsp:txBody>
      <dsp:txXfrm rot="16200000">
        <a:off x="47612" y="3728919"/>
        <a:ext cx="1577988" cy="1640442"/>
      </dsp:txXfrm>
    </dsp:sp>
    <dsp:sp modelId="{42C1844D-3596-1446-96BC-EDE4E5A6F8F9}">
      <dsp:nvSpPr>
        <dsp:cNvPr id="0" name=""/>
        <dsp:cNvSpPr/>
      </dsp:nvSpPr>
      <dsp:spPr>
        <a:xfrm rot="16200000">
          <a:off x="-55033" y="3736340"/>
          <a:ext cx="1735666" cy="1625600"/>
        </a:xfrm>
        <a:prstGeom prst="round2SameRect">
          <a:avLst>
            <a:gd name="adj1" fmla="val 10000"/>
            <a:gd name="adj2" fmla="val 0"/>
          </a:avLst>
        </a:prstGeom>
        <a:solidFill>
          <a:srgbClr val="B42632"/>
        </a:solidFill>
        <a:ln w="6350" cap="flat" cmpd="sng" algn="ctr">
          <a:solidFill>
            <a:schemeClr val="tx1"/>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6021" tIns="171445" rIns="86021" bIns="171445" numCol="1" spcCol="1270" anchor="ctr" anchorCtr="0">
          <a:noAutofit/>
        </a:bodyPr>
        <a:lstStyle/>
        <a:p>
          <a:pPr marL="0" lvl="0" indent="0" algn="ctr" defTabSz="1422400">
            <a:lnSpc>
              <a:spcPct val="90000"/>
            </a:lnSpc>
            <a:spcBef>
              <a:spcPct val="0"/>
            </a:spcBef>
            <a:spcAft>
              <a:spcPct val="35000"/>
            </a:spcAft>
            <a:buNone/>
          </a:pPr>
          <a:r>
            <a:rPr lang="en-PS" sz="3200" b="1" i="0" kern="1200" dirty="0">
              <a:latin typeface="Times New Roman" panose="02020603050405020304" pitchFamily="18" charset="0"/>
              <a:cs typeface="Times New Roman" panose="02020603050405020304" pitchFamily="18" charset="0"/>
            </a:rPr>
            <a:t>WAFA News Agency</a:t>
          </a:r>
          <a:endParaRPr lang="en-US" sz="3200" kern="1200" dirty="0">
            <a:latin typeface="Times New Roman" panose="02020603050405020304" pitchFamily="18" charset="0"/>
            <a:cs typeface="Times New Roman" panose="02020603050405020304" pitchFamily="18" charset="0"/>
          </a:endParaRPr>
        </a:p>
      </dsp:txBody>
      <dsp:txXfrm rot="5400000">
        <a:off x="47612" y="3728919"/>
        <a:ext cx="1577988" cy="16404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A75B2-6957-BF41-9BAB-CFC43EDBF156}">
      <dsp:nvSpPr>
        <dsp:cNvPr id="0" name=""/>
        <dsp:cNvSpPr/>
      </dsp:nvSpPr>
      <dsp:spPr>
        <a:xfrm rot="5400000">
          <a:off x="3521180" y="-1976384"/>
          <a:ext cx="2629958" cy="6583680"/>
        </a:xfrm>
        <a:prstGeom prst="round2SameRect">
          <a:avLst>
            <a:gd name="adj1" fmla="val 15000"/>
            <a:gd name="adj2" fmla="val 0"/>
          </a:avLst>
        </a:prstGeom>
        <a:solidFill>
          <a:schemeClr val="tx1"/>
        </a:solidFill>
        <a:ln w="635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6021" tIns="259781" rIns="86021" bIns="259781" numCol="1" spcCol="1270" anchor="ctr" anchorCtr="0">
          <a:noAutofit/>
        </a:bodyPr>
        <a:lstStyle/>
        <a:p>
          <a:pPr marL="0" lvl="0" indent="0" algn="ctr" defTabSz="1422400">
            <a:lnSpc>
              <a:spcPct val="90000"/>
            </a:lnSpc>
            <a:spcBef>
              <a:spcPct val="0"/>
            </a:spcBef>
            <a:spcAft>
              <a:spcPct val="35000"/>
            </a:spcAft>
            <a:buNone/>
          </a:pPr>
          <a:r>
            <a:rPr lang="en-PS" sz="3200" b="0" i="0" u="none" kern="1200" dirty="0">
              <a:latin typeface="Times New Roman" panose="02020603050405020304" pitchFamily="18" charset="0"/>
              <a:cs typeface="Times New Roman" panose="02020603050405020304" pitchFamily="18" charset="0"/>
            </a:rPr>
            <a:t>Euro-Med Monitor</a:t>
          </a:r>
          <a:endParaRPr lang="en-US" sz="3200" b="1" kern="1200" dirty="0">
            <a:latin typeface="Times New Roman" panose="02020603050405020304" pitchFamily="18" charset="0"/>
            <a:cs typeface="Times New Roman" panose="02020603050405020304" pitchFamily="18" charset="0"/>
          </a:endParaRPr>
        </a:p>
      </dsp:txBody>
      <dsp:txXfrm rot="16200000">
        <a:off x="47612" y="48088"/>
        <a:ext cx="1577988" cy="2534734"/>
      </dsp:txXfrm>
    </dsp:sp>
    <dsp:sp modelId="{4634B725-270D-B141-92C2-C106B4E13CED}">
      <dsp:nvSpPr>
        <dsp:cNvPr id="0" name=""/>
        <dsp:cNvSpPr/>
      </dsp:nvSpPr>
      <dsp:spPr>
        <a:xfrm>
          <a:off x="1625599" y="476"/>
          <a:ext cx="6502400" cy="262995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259781" rIns="137634" bIns="259781"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bg1"/>
              </a:solidFill>
              <a:latin typeface="Times New Roman" panose="02020603050405020304" pitchFamily="18" charset="0"/>
              <a:cs typeface="Times New Roman" panose="02020603050405020304" pitchFamily="18" charset="0"/>
            </a:rPr>
            <a:t>A human rights organization that documents violations in Gaza through legal reports and field testimonies, but it is geared more towards researchers and decision-makers and is not a public engagement platform.</a:t>
          </a:r>
        </a:p>
      </dsp:txBody>
      <dsp:txXfrm>
        <a:off x="1625599" y="476"/>
        <a:ext cx="6502400" cy="2629958"/>
      </dsp:txXfrm>
    </dsp:sp>
    <dsp:sp modelId="{558453C0-3176-A14E-90A2-E0A10B821790}">
      <dsp:nvSpPr>
        <dsp:cNvPr id="0" name=""/>
        <dsp:cNvSpPr/>
      </dsp:nvSpPr>
      <dsp:spPr>
        <a:xfrm rot="16200000">
          <a:off x="-502179" y="502655"/>
          <a:ext cx="2629958" cy="1625600"/>
        </a:xfrm>
        <a:prstGeom prst="round2SameRect">
          <a:avLst>
            <a:gd name="adj1" fmla="val 10000"/>
            <a:gd name="adj2" fmla="val 0"/>
          </a:avLst>
        </a:prstGeom>
        <a:solidFill>
          <a:schemeClr val="tx1"/>
        </a:solidFill>
        <a:ln w="6350" cap="flat" cmpd="sng" algn="ctr">
          <a:solidFill>
            <a:schemeClr val="accent3">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6021" tIns="259781" rIns="86021" bIns="259781" numCol="1" spcCol="1270" anchor="ctr" anchorCtr="0">
          <a:noAutofit/>
        </a:bodyPr>
        <a:lstStyle/>
        <a:p>
          <a:pPr marL="0" lvl="0" indent="0" algn="ctr" defTabSz="1422400">
            <a:lnSpc>
              <a:spcPct val="90000"/>
            </a:lnSpc>
            <a:spcBef>
              <a:spcPct val="0"/>
            </a:spcBef>
            <a:spcAft>
              <a:spcPct val="35000"/>
            </a:spcAft>
            <a:buNone/>
          </a:pPr>
          <a:r>
            <a:rPr lang="en-PS" sz="3200" b="0" i="0" u="none" kern="1200" dirty="0">
              <a:latin typeface="Times New Roman" panose="02020603050405020304" pitchFamily="18" charset="0"/>
              <a:cs typeface="Times New Roman" panose="02020603050405020304" pitchFamily="18" charset="0"/>
            </a:rPr>
            <a:t>Euro-Med Monitor</a:t>
          </a:r>
          <a:endParaRPr lang="en-US" sz="3200" b="1" kern="1200" dirty="0">
            <a:latin typeface="Times New Roman" panose="02020603050405020304" pitchFamily="18" charset="0"/>
            <a:cs typeface="Times New Roman" panose="02020603050405020304" pitchFamily="18" charset="0"/>
          </a:endParaRPr>
        </a:p>
      </dsp:txBody>
      <dsp:txXfrm rot="5400000">
        <a:off x="47612" y="48088"/>
        <a:ext cx="1577988" cy="2534734"/>
      </dsp:txXfrm>
    </dsp:sp>
    <dsp:sp modelId="{970C8950-F3A2-1B44-92C4-829DF08286F3}">
      <dsp:nvSpPr>
        <dsp:cNvPr id="0" name=""/>
        <dsp:cNvSpPr/>
      </dsp:nvSpPr>
      <dsp:spPr>
        <a:xfrm rot="5400000">
          <a:off x="3521180" y="811371"/>
          <a:ext cx="2629958" cy="6583680"/>
        </a:xfrm>
        <a:prstGeom prst="round2SameRect">
          <a:avLst>
            <a:gd name="adj1" fmla="val 15000"/>
            <a:gd name="adj2" fmla="val 0"/>
          </a:avLst>
        </a:prstGeom>
        <a:solidFill>
          <a:srgbClr val="B42632"/>
        </a:solidFill>
        <a:ln w="6350" cap="flat" cmpd="sng" algn="ctr">
          <a:solidFill>
            <a:schemeClr val="tx1"/>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6021" tIns="259781" rIns="86021" bIns="259781" numCol="1" spcCol="1270" anchor="ctr" anchorCtr="0">
          <a:noAutofit/>
        </a:bodyPr>
        <a:lstStyle/>
        <a:p>
          <a:pPr marL="0" lvl="0" indent="0" algn="ctr" defTabSz="1422400">
            <a:lnSpc>
              <a:spcPct val="90000"/>
            </a:lnSpc>
            <a:spcBef>
              <a:spcPct val="0"/>
            </a:spcBef>
            <a:spcAft>
              <a:spcPct val="35000"/>
            </a:spcAft>
            <a:buNone/>
          </a:pPr>
          <a:r>
            <a:rPr lang="en-PS" sz="3200" b="0" i="0" u="none" kern="1200" dirty="0">
              <a:latin typeface="Times New Roman" panose="02020603050405020304" pitchFamily="18" charset="0"/>
              <a:cs typeface="Times New Roman" panose="02020603050405020304" pitchFamily="18" charset="0"/>
            </a:rPr>
            <a:t>Human Rights Watch</a:t>
          </a:r>
          <a:endParaRPr lang="en-US" sz="3200" kern="1200" dirty="0">
            <a:latin typeface="Times New Roman" panose="02020603050405020304" pitchFamily="18" charset="0"/>
            <a:cs typeface="Times New Roman" panose="02020603050405020304" pitchFamily="18" charset="0"/>
          </a:endParaRPr>
        </a:p>
      </dsp:txBody>
      <dsp:txXfrm rot="16200000">
        <a:off x="47612" y="2835844"/>
        <a:ext cx="1577988" cy="2534734"/>
      </dsp:txXfrm>
    </dsp:sp>
    <dsp:sp modelId="{8A4E747C-6FF3-F24D-A1E2-CA9B872A6C7C}">
      <dsp:nvSpPr>
        <dsp:cNvPr id="0" name=""/>
        <dsp:cNvSpPr/>
      </dsp:nvSpPr>
      <dsp:spPr>
        <a:xfrm>
          <a:off x="1625599" y="2788232"/>
          <a:ext cx="6502400" cy="262995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259781" rIns="137634" bIns="259781"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chemeClr val="bg1"/>
              </a:solidFill>
              <a:latin typeface="Times New Roman" panose="02020603050405020304" pitchFamily="18" charset="0"/>
              <a:cs typeface="Times New Roman" panose="02020603050405020304" pitchFamily="18" charset="0"/>
            </a:rPr>
            <a:t>It documents the war and abuses using interviews, photos, videos and legal analysis, but it does not provide an open platform for users to publish their own stories.</a:t>
          </a:r>
        </a:p>
      </dsp:txBody>
      <dsp:txXfrm>
        <a:off x="1625599" y="2788232"/>
        <a:ext cx="6502400" cy="2629958"/>
      </dsp:txXfrm>
    </dsp:sp>
    <dsp:sp modelId="{FF9AC012-8D4B-0A49-9C99-F1A786B54CB4}">
      <dsp:nvSpPr>
        <dsp:cNvPr id="0" name=""/>
        <dsp:cNvSpPr/>
      </dsp:nvSpPr>
      <dsp:spPr>
        <a:xfrm rot="16200000">
          <a:off x="-502179" y="3290411"/>
          <a:ext cx="2629958" cy="1625600"/>
        </a:xfrm>
        <a:prstGeom prst="round2SameRect">
          <a:avLst>
            <a:gd name="adj1" fmla="val 10000"/>
            <a:gd name="adj2" fmla="val 0"/>
          </a:avLst>
        </a:prstGeom>
        <a:solidFill>
          <a:srgbClr val="B42632"/>
        </a:solidFill>
        <a:ln w="6350" cap="flat" cmpd="sng" algn="ctr">
          <a:solidFill>
            <a:schemeClr val="tx1"/>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86021" tIns="259781" rIns="86021" bIns="259781" numCol="1" spcCol="1270" anchor="ctr" anchorCtr="0">
          <a:noAutofit/>
        </a:bodyPr>
        <a:lstStyle/>
        <a:p>
          <a:pPr marL="0" lvl="0" indent="0" algn="ctr" defTabSz="1422400">
            <a:lnSpc>
              <a:spcPct val="90000"/>
            </a:lnSpc>
            <a:spcBef>
              <a:spcPct val="0"/>
            </a:spcBef>
            <a:spcAft>
              <a:spcPct val="35000"/>
            </a:spcAft>
            <a:buNone/>
          </a:pPr>
          <a:r>
            <a:rPr lang="en-PS" sz="3200" b="0" i="0" u="none" kern="1200" dirty="0">
              <a:latin typeface="Times New Roman" panose="02020603050405020304" pitchFamily="18" charset="0"/>
              <a:cs typeface="Times New Roman" panose="02020603050405020304" pitchFamily="18" charset="0"/>
            </a:rPr>
            <a:t>Human Rights Watch</a:t>
          </a:r>
          <a:endParaRPr lang="en-US" sz="3200" kern="1200" dirty="0">
            <a:latin typeface="Times New Roman" panose="02020603050405020304" pitchFamily="18" charset="0"/>
            <a:cs typeface="Times New Roman" panose="02020603050405020304" pitchFamily="18" charset="0"/>
          </a:endParaRPr>
        </a:p>
      </dsp:txBody>
      <dsp:txXfrm rot="5400000">
        <a:off x="47612" y="2835844"/>
        <a:ext cx="1577988" cy="2534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2EB72-D34E-934D-B953-E0B0FA95EB3C}">
      <dsp:nvSpPr>
        <dsp:cNvPr id="0" name=""/>
        <dsp:cNvSpPr/>
      </dsp:nvSpPr>
      <dsp:spPr>
        <a:xfrm>
          <a:off x="0" y="270933"/>
          <a:ext cx="4876800" cy="4876800"/>
        </a:xfrm>
        <a:prstGeom prst="pie">
          <a:avLst>
            <a:gd name="adj1" fmla="val 5400000"/>
            <a:gd name="adj2" fmla="val 16200000"/>
          </a:avLst>
        </a:prstGeom>
        <a:solidFill>
          <a:schemeClr val="bg1"/>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C3C2575-BB18-194F-B589-743425344A22}">
      <dsp:nvSpPr>
        <dsp:cNvPr id="0" name=""/>
        <dsp:cNvSpPr/>
      </dsp:nvSpPr>
      <dsp:spPr>
        <a:xfrm>
          <a:off x="2438400" y="270933"/>
          <a:ext cx="5689599" cy="4876800"/>
        </a:xfrm>
        <a:prstGeom prst="rect">
          <a:avLst/>
        </a:prstGeom>
        <a:solidFill>
          <a:schemeClr val="bg1">
            <a:alpha val="9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01930" tIns="201930" rIns="201930" bIns="201930" numCol="1" spcCol="1270" anchor="ctr" anchorCtr="0">
          <a:noAutofit/>
        </a:bodyPr>
        <a:lstStyle/>
        <a:p>
          <a:pPr marL="0" lvl="0" indent="0" algn="ctr" defTabSz="2355850" rtl="0">
            <a:lnSpc>
              <a:spcPct val="90000"/>
            </a:lnSpc>
            <a:spcBef>
              <a:spcPct val="0"/>
            </a:spcBef>
            <a:spcAft>
              <a:spcPct val="35000"/>
            </a:spcAft>
            <a:buNone/>
          </a:pPr>
          <a:r>
            <a:rPr lang="en-US" sz="5300" kern="1200" dirty="0">
              <a:latin typeface="Times New Roman" panose="02020603050405020304" pitchFamily="18" charset="0"/>
              <a:cs typeface="Times New Roman" panose="02020603050405020304" pitchFamily="18" charset="0"/>
            </a:rPr>
            <a:t>Frontend</a:t>
          </a:r>
        </a:p>
      </dsp:txBody>
      <dsp:txXfrm>
        <a:off x="2438400" y="270933"/>
        <a:ext cx="2844799" cy="1463043"/>
      </dsp:txXfrm>
    </dsp:sp>
    <dsp:sp modelId="{0618A215-650B-F544-9855-F20D2972B961}">
      <dsp:nvSpPr>
        <dsp:cNvPr id="0" name=""/>
        <dsp:cNvSpPr/>
      </dsp:nvSpPr>
      <dsp:spPr>
        <a:xfrm>
          <a:off x="853441" y="1733976"/>
          <a:ext cx="3169916" cy="3169916"/>
        </a:xfrm>
        <a:prstGeom prst="pie">
          <a:avLst>
            <a:gd name="adj1" fmla="val 5400000"/>
            <a:gd name="adj2" fmla="val 16200000"/>
          </a:avLst>
        </a:prstGeom>
        <a:solidFill>
          <a:schemeClr val="tx1"/>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D8E14A74-361E-ED40-A6F3-BCC9F70C4AEB}">
      <dsp:nvSpPr>
        <dsp:cNvPr id="0" name=""/>
        <dsp:cNvSpPr/>
      </dsp:nvSpPr>
      <dsp:spPr>
        <a:xfrm>
          <a:off x="2438400" y="1733976"/>
          <a:ext cx="5689599" cy="3169916"/>
        </a:xfrm>
        <a:prstGeom prst="rect">
          <a:avLst/>
        </a:prstGeom>
        <a:solidFill>
          <a:schemeClr val="tx1">
            <a:alpha val="9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rtl="0">
            <a:lnSpc>
              <a:spcPct val="90000"/>
            </a:lnSpc>
            <a:spcBef>
              <a:spcPct val="0"/>
            </a:spcBef>
            <a:spcAft>
              <a:spcPct val="35000"/>
            </a:spcAft>
            <a:buNone/>
          </a:pPr>
          <a:r>
            <a:rPr lang="en-US" sz="4000" b="1" kern="1200" dirty="0">
              <a:solidFill>
                <a:schemeClr val="bg1"/>
              </a:solidFill>
              <a:latin typeface="Times New Roman" panose="02020603050405020304" pitchFamily="18" charset="0"/>
              <a:cs typeface="Times New Roman" panose="02020603050405020304" pitchFamily="18" charset="0"/>
            </a:rPr>
            <a:t>Backend &amp; </a:t>
          </a:r>
        </a:p>
        <a:p>
          <a:pPr marL="0" lvl="0" indent="0" algn="ctr" defTabSz="1778000" rtl="0">
            <a:lnSpc>
              <a:spcPct val="90000"/>
            </a:lnSpc>
            <a:spcBef>
              <a:spcPct val="0"/>
            </a:spcBef>
            <a:spcAft>
              <a:spcPct val="35000"/>
            </a:spcAft>
            <a:buNone/>
          </a:pPr>
          <a:r>
            <a:rPr lang="en-US" sz="4000" b="1" kern="1200" dirty="0">
              <a:solidFill>
                <a:schemeClr val="bg1"/>
              </a:solidFill>
              <a:latin typeface="Times New Roman" panose="02020603050405020304" pitchFamily="18" charset="0"/>
              <a:cs typeface="Times New Roman" panose="02020603050405020304" pitchFamily="18" charset="0"/>
            </a:rPr>
            <a:t>DB</a:t>
          </a:r>
        </a:p>
      </dsp:txBody>
      <dsp:txXfrm>
        <a:off x="2438400" y="1733976"/>
        <a:ext cx="2844799" cy="1463038"/>
      </dsp:txXfrm>
    </dsp:sp>
    <dsp:sp modelId="{389CD3EE-6E1A-A14E-A595-462D00D86225}">
      <dsp:nvSpPr>
        <dsp:cNvPr id="0" name=""/>
        <dsp:cNvSpPr/>
      </dsp:nvSpPr>
      <dsp:spPr>
        <a:xfrm>
          <a:off x="1706880" y="3197014"/>
          <a:ext cx="1463038" cy="1463038"/>
        </a:xfrm>
        <a:prstGeom prst="pie">
          <a:avLst>
            <a:gd name="adj1" fmla="val 5400000"/>
            <a:gd name="adj2" fmla="val 16200000"/>
          </a:avLst>
        </a:prstGeom>
        <a:solidFill>
          <a:srgbClr val="B42632"/>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1EF5DFF-2198-7741-8FBB-2A61C0F7A20F}">
      <dsp:nvSpPr>
        <dsp:cNvPr id="0" name=""/>
        <dsp:cNvSpPr/>
      </dsp:nvSpPr>
      <dsp:spPr>
        <a:xfrm>
          <a:off x="2438400" y="3197014"/>
          <a:ext cx="5689599" cy="1463038"/>
        </a:xfrm>
        <a:prstGeom prst="rect">
          <a:avLst/>
        </a:prstGeom>
        <a:solidFill>
          <a:srgbClr val="B42632"/>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rtl="0">
            <a:lnSpc>
              <a:spcPct val="90000"/>
            </a:lnSpc>
            <a:spcBef>
              <a:spcPct val="0"/>
            </a:spcBef>
            <a:spcAft>
              <a:spcPct val="35000"/>
            </a:spcAft>
            <a:buNone/>
          </a:pPr>
          <a:r>
            <a:rPr lang="en-US" sz="4400" b="1" kern="1200" dirty="0">
              <a:solidFill>
                <a:schemeClr val="bg1"/>
              </a:solidFill>
              <a:latin typeface="Times New Roman" panose="02020603050405020304" pitchFamily="18" charset="0"/>
              <a:cs typeface="Times New Roman" panose="02020603050405020304" pitchFamily="18" charset="0"/>
            </a:rPr>
            <a:t>Design &amp; Media</a:t>
          </a:r>
        </a:p>
      </dsp:txBody>
      <dsp:txXfrm>
        <a:off x="2438400" y="3197014"/>
        <a:ext cx="2844799" cy="1463038"/>
      </dsp:txXfrm>
    </dsp:sp>
    <dsp:sp modelId="{4C8795ED-4B7D-0F45-9FF7-996D4E94F62F}">
      <dsp:nvSpPr>
        <dsp:cNvPr id="0" name=""/>
        <dsp:cNvSpPr/>
      </dsp:nvSpPr>
      <dsp:spPr>
        <a:xfrm>
          <a:off x="5283200" y="270933"/>
          <a:ext cx="2844799" cy="1463043"/>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HTML5</a:t>
          </a:r>
        </a:p>
        <a:p>
          <a:pPr marL="228600" lvl="1" indent="-228600" algn="l" defTabSz="889000" rtl="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CSS3</a:t>
          </a:r>
        </a:p>
        <a:p>
          <a:pPr marL="228600" lvl="1" indent="-228600" algn="l" defTabSz="889000" rtl="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Bootstrap 5</a:t>
          </a:r>
        </a:p>
        <a:p>
          <a:pPr marL="228600" lvl="1" indent="-228600" algn="l" defTabSz="889000" rtl="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JavaScript</a:t>
          </a:r>
        </a:p>
      </dsp:txBody>
      <dsp:txXfrm>
        <a:off x="5283200" y="270933"/>
        <a:ext cx="2844799" cy="1463043"/>
      </dsp:txXfrm>
    </dsp:sp>
    <dsp:sp modelId="{64071C69-8C93-8C42-83FF-398034591DBE}">
      <dsp:nvSpPr>
        <dsp:cNvPr id="0" name=""/>
        <dsp:cNvSpPr/>
      </dsp:nvSpPr>
      <dsp:spPr>
        <a:xfrm>
          <a:off x="5283200" y="1733976"/>
          <a:ext cx="2844799" cy="1463038"/>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PHP</a:t>
          </a:r>
        </a:p>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MySQL</a:t>
          </a:r>
        </a:p>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PhpMyAdmin</a:t>
          </a:r>
        </a:p>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XAMPP </a:t>
          </a:r>
        </a:p>
        <a:p>
          <a:pPr marL="171450" lvl="1" indent="-171450" algn="l" defTabSz="800100" rtl="0">
            <a:lnSpc>
              <a:spcPct val="90000"/>
            </a:lnSpc>
            <a:spcBef>
              <a:spcPct val="0"/>
            </a:spcBef>
            <a:spcAft>
              <a:spcPct val="15000"/>
            </a:spcAft>
            <a:buChar char="•"/>
          </a:pPr>
          <a:endParaRPr lang="en-US" sz="1800" kern="1200" dirty="0"/>
        </a:p>
      </dsp:txBody>
      <dsp:txXfrm>
        <a:off x="5283200" y="1733976"/>
        <a:ext cx="2844799" cy="1463038"/>
      </dsp:txXfrm>
    </dsp:sp>
    <dsp:sp modelId="{769002ED-1980-D64E-A57C-ED2DAAF3C2EB}">
      <dsp:nvSpPr>
        <dsp:cNvPr id="0" name=""/>
        <dsp:cNvSpPr/>
      </dsp:nvSpPr>
      <dsp:spPr>
        <a:xfrm>
          <a:off x="5283200" y="3197014"/>
          <a:ext cx="2844799" cy="1463038"/>
        </a:xfrm>
        <a:prstGeom prst="rect">
          <a:avLst/>
        </a:prstGeom>
        <a:noFill/>
        <a:ln>
          <a:noFill/>
        </a:ln>
        <a:effectLst/>
        <a:scene3d>
          <a:camera prst="orthographicFront">
            <a:rot lat="0" lon="0" rev="0"/>
          </a:camera>
          <a:lightRig rig="contrasting" dir="t">
            <a:rot lat="0" lon="0" rev="1200000"/>
          </a:lightRig>
        </a:scene3d>
        <a:sp3d/>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Figma</a:t>
          </a:r>
        </a:p>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Adobe Photoshop.</a:t>
          </a:r>
        </a:p>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Adobe Illustrator.</a:t>
          </a:r>
        </a:p>
        <a:p>
          <a:pPr marL="228600" lvl="1" indent="-228600" algn="l" defTabSz="889000" rtl="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Adobe After Effect.</a:t>
          </a:r>
        </a:p>
      </dsp:txBody>
      <dsp:txXfrm>
        <a:off x="5283200" y="3197014"/>
        <a:ext cx="2844799" cy="146303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AA324F-6C21-A544-91DD-F8F78A9FC561}">
      <dsp:nvSpPr>
        <dsp:cNvPr id="0" name=""/>
        <dsp:cNvSpPr/>
      </dsp:nvSpPr>
      <dsp:spPr>
        <a:xfrm>
          <a:off x="102970" y="1693"/>
          <a:ext cx="4127499" cy="1650999"/>
        </a:xfrm>
        <a:prstGeom prst="chevr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8740" tIns="39370" rIns="0" bIns="39370" numCol="1" spcCol="1270" anchor="ctr" anchorCtr="0">
          <a:noAutofit/>
        </a:bodyPr>
        <a:lstStyle/>
        <a:p>
          <a:pPr marL="0" lvl="0" indent="0" algn="ctr" defTabSz="2755900" rtl="0">
            <a:lnSpc>
              <a:spcPct val="90000"/>
            </a:lnSpc>
            <a:spcBef>
              <a:spcPct val="0"/>
            </a:spcBef>
            <a:spcAft>
              <a:spcPct val="35000"/>
            </a:spcAft>
            <a:buNone/>
          </a:pPr>
          <a:r>
            <a:rPr lang="en-US" sz="6200" kern="1200" dirty="0">
              <a:solidFill>
                <a:schemeClr val="bg1"/>
              </a:solidFill>
              <a:latin typeface="Times New Roman" panose="02020603050405020304" pitchFamily="18" charset="0"/>
              <a:cs typeface="Times New Roman" panose="02020603050405020304" pitchFamily="18" charset="0"/>
            </a:rPr>
            <a:t>Home Page</a:t>
          </a:r>
        </a:p>
      </dsp:txBody>
      <dsp:txXfrm>
        <a:off x="928470" y="1693"/>
        <a:ext cx="2476500" cy="1650999"/>
      </dsp:txXfrm>
    </dsp:sp>
    <dsp:sp modelId="{C651D747-EEB3-F94B-873A-BF3FF83BA604}">
      <dsp:nvSpPr>
        <dsp:cNvPr id="0" name=""/>
        <dsp:cNvSpPr/>
      </dsp:nvSpPr>
      <dsp:spPr>
        <a:xfrm>
          <a:off x="3693895" y="142028"/>
          <a:ext cx="4187009" cy="1370330"/>
        </a:xfrm>
        <a:prstGeom prst="chevron">
          <a:avLst/>
        </a:prstGeom>
        <a:solidFill>
          <a:schemeClr val="tx1">
            <a:alpha val="90000"/>
          </a:schemeClr>
        </a:solidFill>
        <a:ln w="6350" cap="flat" cmpd="sng" algn="ctr">
          <a:solidFill>
            <a:schemeClr val="bg1">
              <a:alpha val="9000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PS" sz="2000" b="0" i="0" kern="1200" dirty="0">
              <a:solidFill>
                <a:schemeClr val="bg1"/>
              </a:solidFill>
              <a:latin typeface="Times New Roman" panose="02020603050405020304" pitchFamily="18" charset="0"/>
              <a:cs typeface="Times New Roman" panose="02020603050405020304" pitchFamily="18" charset="0"/>
            </a:rPr>
            <a:t>Displays project introduction, main categories, statistics, and selected stories, photos, and videos.</a:t>
          </a:r>
          <a:endParaRPr lang="en-US" sz="2000" kern="1200" dirty="0">
            <a:solidFill>
              <a:schemeClr val="bg1"/>
            </a:solidFill>
            <a:latin typeface="Times New Roman" panose="02020603050405020304" pitchFamily="18" charset="0"/>
            <a:cs typeface="Times New Roman" panose="02020603050405020304" pitchFamily="18" charset="0"/>
          </a:endParaRPr>
        </a:p>
      </dsp:txBody>
      <dsp:txXfrm>
        <a:off x="4379060" y="142028"/>
        <a:ext cx="2816679" cy="1370330"/>
      </dsp:txXfrm>
    </dsp:sp>
    <dsp:sp modelId="{0F410DC4-1DCC-AD48-8328-9458C88799F4}">
      <dsp:nvSpPr>
        <dsp:cNvPr id="0" name=""/>
        <dsp:cNvSpPr/>
      </dsp:nvSpPr>
      <dsp:spPr>
        <a:xfrm>
          <a:off x="102970" y="1883833"/>
          <a:ext cx="4127499" cy="1650999"/>
        </a:xfrm>
        <a:prstGeom prst="chevr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8740" tIns="39370" rIns="0" bIns="39370" numCol="1" spcCol="1270" anchor="ctr" anchorCtr="0">
          <a:noAutofit/>
        </a:bodyPr>
        <a:lstStyle/>
        <a:p>
          <a:pPr marL="0" lvl="0" indent="0" algn="ctr" defTabSz="2755900" rtl="0">
            <a:lnSpc>
              <a:spcPct val="90000"/>
            </a:lnSpc>
            <a:spcBef>
              <a:spcPct val="0"/>
            </a:spcBef>
            <a:spcAft>
              <a:spcPct val="35000"/>
            </a:spcAft>
            <a:buNone/>
          </a:pPr>
          <a:r>
            <a:rPr lang="en-US" sz="6200" kern="1200" dirty="0">
              <a:solidFill>
                <a:schemeClr val="bg1"/>
              </a:solidFill>
              <a:latin typeface="Times New Roman" panose="02020603050405020304" pitchFamily="18" charset="0"/>
              <a:cs typeface="Times New Roman" panose="02020603050405020304" pitchFamily="18" charset="0"/>
            </a:rPr>
            <a:t>Stories</a:t>
          </a:r>
        </a:p>
      </dsp:txBody>
      <dsp:txXfrm>
        <a:off x="928470" y="1883833"/>
        <a:ext cx="2476500" cy="1650999"/>
      </dsp:txXfrm>
    </dsp:sp>
    <dsp:sp modelId="{E7227339-B730-5147-9C67-F72E511FF6AD}">
      <dsp:nvSpPr>
        <dsp:cNvPr id="0" name=""/>
        <dsp:cNvSpPr/>
      </dsp:nvSpPr>
      <dsp:spPr>
        <a:xfrm>
          <a:off x="3693895" y="2024168"/>
          <a:ext cx="4206056" cy="1370330"/>
        </a:xfrm>
        <a:prstGeom prst="chevron">
          <a:avLst/>
        </a:prstGeom>
        <a:solidFill>
          <a:schemeClr val="tx1">
            <a:alpha val="90000"/>
          </a:schemeClr>
        </a:solidFill>
        <a:ln w="6350" cap="flat" cmpd="sng" algn="ctr">
          <a:solidFill>
            <a:schemeClr val="bg1">
              <a:alpha val="9000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PS" sz="2000" b="0" i="0" kern="1200" dirty="0">
              <a:solidFill>
                <a:schemeClr val="bg1"/>
              </a:solidFill>
              <a:latin typeface="Times New Roman" panose="02020603050405020304" pitchFamily="18" charset="0"/>
              <a:cs typeface="Times New Roman" panose="02020603050405020304" pitchFamily="18" charset="0"/>
            </a:rPr>
            <a:t>Allows users to browse stories, view story details, and filter stories by category.</a:t>
          </a:r>
          <a:endParaRPr lang="en-US" sz="2000" kern="1200" dirty="0">
            <a:solidFill>
              <a:schemeClr val="bg1"/>
            </a:solidFill>
            <a:latin typeface="Times New Roman" panose="02020603050405020304" pitchFamily="18" charset="0"/>
            <a:cs typeface="Times New Roman" panose="02020603050405020304" pitchFamily="18" charset="0"/>
          </a:endParaRPr>
        </a:p>
      </dsp:txBody>
      <dsp:txXfrm>
        <a:off x="4379060" y="2024168"/>
        <a:ext cx="2835726" cy="1370330"/>
      </dsp:txXfrm>
    </dsp:sp>
    <dsp:sp modelId="{0DD0193B-6674-6843-B14E-EDC257ED5308}">
      <dsp:nvSpPr>
        <dsp:cNvPr id="0" name=""/>
        <dsp:cNvSpPr/>
      </dsp:nvSpPr>
      <dsp:spPr>
        <a:xfrm>
          <a:off x="102970" y="3765973"/>
          <a:ext cx="4127499" cy="1650999"/>
        </a:xfrm>
        <a:prstGeom prst="chevr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8740" tIns="39370" rIns="0" bIns="39370" numCol="1" spcCol="1270" anchor="ctr" anchorCtr="0">
          <a:noAutofit/>
        </a:bodyPr>
        <a:lstStyle/>
        <a:p>
          <a:pPr marL="0" lvl="0" indent="0" algn="ctr" defTabSz="2755900" rtl="0">
            <a:lnSpc>
              <a:spcPct val="90000"/>
            </a:lnSpc>
            <a:spcBef>
              <a:spcPct val="0"/>
            </a:spcBef>
            <a:spcAft>
              <a:spcPct val="35000"/>
            </a:spcAft>
            <a:buNone/>
          </a:pPr>
          <a:r>
            <a:rPr lang="en-US" sz="6200" kern="1200" dirty="0">
              <a:solidFill>
                <a:schemeClr val="bg1"/>
              </a:solidFill>
              <a:latin typeface="Times New Roman" panose="02020603050405020304" pitchFamily="18" charset="0"/>
              <a:cs typeface="Times New Roman" panose="02020603050405020304" pitchFamily="18" charset="0"/>
            </a:rPr>
            <a:t>Videos</a:t>
          </a:r>
        </a:p>
      </dsp:txBody>
      <dsp:txXfrm>
        <a:off x="928470" y="3765973"/>
        <a:ext cx="2476500" cy="1650999"/>
      </dsp:txXfrm>
    </dsp:sp>
    <dsp:sp modelId="{07FD4D0B-244A-B04B-859A-7EEABCA6EC21}">
      <dsp:nvSpPr>
        <dsp:cNvPr id="0" name=""/>
        <dsp:cNvSpPr/>
      </dsp:nvSpPr>
      <dsp:spPr>
        <a:xfrm>
          <a:off x="3693895" y="3906308"/>
          <a:ext cx="4331133" cy="1370330"/>
        </a:xfrm>
        <a:prstGeom prst="chevron">
          <a:avLst/>
        </a:prstGeom>
        <a:solidFill>
          <a:schemeClr val="tx1">
            <a:alpha val="90000"/>
          </a:schemeClr>
        </a:solidFill>
        <a:ln w="6350" cap="flat" cmpd="sng" algn="ctr">
          <a:solidFill>
            <a:schemeClr val="bg1">
              <a:alpha val="9000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PS" sz="2000" b="0" i="0" kern="1200" dirty="0">
              <a:solidFill>
                <a:schemeClr val="bg1"/>
              </a:solidFill>
              <a:latin typeface="Times New Roman" panose="02020603050405020304" pitchFamily="18" charset="0"/>
              <a:cs typeface="Times New Roman" panose="02020603050405020304" pitchFamily="18" charset="0"/>
            </a:rPr>
            <a:t>Provides a video gallery with a modal display feature to watch videos inside the website.</a:t>
          </a:r>
          <a:endParaRPr lang="en-US" sz="2000" kern="1200" dirty="0">
            <a:solidFill>
              <a:schemeClr val="bg1"/>
            </a:solidFill>
            <a:latin typeface="Times New Roman" panose="02020603050405020304" pitchFamily="18" charset="0"/>
            <a:cs typeface="Times New Roman" panose="02020603050405020304" pitchFamily="18" charset="0"/>
          </a:endParaRPr>
        </a:p>
      </dsp:txBody>
      <dsp:txXfrm>
        <a:off x="4379060" y="3906308"/>
        <a:ext cx="2960803" cy="13703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AA324F-6C21-A544-91DD-F8F78A9FC561}">
      <dsp:nvSpPr>
        <dsp:cNvPr id="0" name=""/>
        <dsp:cNvSpPr/>
      </dsp:nvSpPr>
      <dsp:spPr>
        <a:xfrm>
          <a:off x="102970" y="1693"/>
          <a:ext cx="4127499" cy="1650999"/>
        </a:xfrm>
        <a:prstGeom prst="chevr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4610" tIns="27305" rIns="0" bIns="27305" numCol="1" spcCol="1270" anchor="ctr" anchorCtr="0">
          <a:noAutofit/>
        </a:bodyPr>
        <a:lstStyle/>
        <a:p>
          <a:pPr marL="0" lvl="0" indent="0" algn="ctr" defTabSz="1911350" rtl="0">
            <a:lnSpc>
              <a:spcPct val="90000"/>
            </a:lnSpc>
            <a:spcBef>
              <a:spcPct val="0"/>
            </a:spcBef>
            <a:spcAft>
              <a:spcPct val="35000"/>
            </a:spcAft>
            <a:buNone/>
          </a:pPr>
          <a:r>
            <a:rPr lang="en-US" sz="4300" kern="1200" dirty="0">
              <a:solidFill>
                <a:schemeClr val="bg1"/>
              </a:solidFill>
              <a:latin typeface="Times New Roman" panose="02020603050405020304" pitchFamily="18" charset="0"/>
              <a:cs typeface="Times New Roman" panose="02020603050405020304" pitchFamily="18" charset="0"/>
            </a:rPr>
            <a:t>Photos</a:t>
          </a:r>
        </a:p>
      </dsp:txBody>
      <dsp:txXfrm>
        <a:off x="928470" y="1693"/>
        <a:ext cx="2476500" cy="1650999"/>
      </dsp:txXfrm>
    </dsp:sp>
    <dsp:sp modelId="{C651D747-EEB3-F94B-873A-BF3FF83BA604}">
      <dsp:nvSpPr>
        <dsp:cNvPr id="0" name=""/>
        <dsp:cNvSpPr/>
      </dsp:nvSpPr>
      <dsp:spPr>
        <a:xfrm>
          <a:off x="3693895" y="142028"/>
          <a:ext cx="4187009" cy="1370330"/>
        </a:xfrm>
        <a:prstGeom prst="chevron">
          <a:avLst/>
        </a:prstGeom>
        <a:solidFill>
          <a:schemeClr val="tx1">
            <a:alpha val="90000"/>
          </a:schemeClr>
        </a:solidFill>
        <a:ln w="6350" cap="flat" cmpd="sng" algn="ctr">
          <a:solidFill>
            <a:schemeClr val="bg1">
              <a:alpha val="9000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PS" sz="2000" b="0" i="0" kern="1200" dirty="0">
              <a:solidFill>
                <a:schemeClr val="bg1"/>
              </a:solidFill>
              <a:latin typeface="Times New Roman" panose="02020603050405020304" pitchFamily="18" charset="0"/>
              <a:cs typeface="Times New Roman" panose="02020603050405020304" pitchFamily="18" charset="0"/>
            </a:rPr>
            <a:t>Displays photos in organized categories with a Lightbox feature for better viewing.</a:t>
          </a:r>
          <a:endParaRPr lang="en-US" sz="2000" kern="1200" dirty="0">
            <a:solidFill>
              <a:schemeClr val="bg1"/>
            </a:solidFill>
            <a:latin typeface="Times New Roman" panose="02020603050405020304" pitchFamily="18" charset="0"/>
            <a:cs typeface="Times New Roman" panose="02020603050405020304" pitchFamily="18" charset="0"/>
          </a:endParaRPr>
        </a:p>
      </dsp:txBody>
      <dsp:txXfrm>
        <a:off x="4379060" y="142028"/>
        <a:ext cx="2816679" cy="1370330"/>
      </dsp:txXfrm>
    </dsp:sp>
    <dsp:sp modelId="{0F410DC4-1DCC-AD48-8328-9458C88799F4}">
      <dsp:nvSpPr>
        <dsp:cNvPr id="0" name=""/>
        <dsp:cNvSpPr/>
      </dsp:nvSpPr>
      <dsp:spPr>
        <a:xfrm>
          <a:off x="102970" y="1883833"/>
          <a:ext cx="4127499" cy="1650999"/>
        </a:xfrm>
        <a:prstGeom prst="chevr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4610" tIns="27305" rIns="0" bIns="27305" numCol="1" spcCol="1270" anchor="ctr" anchorCtr="0">
          <a:noAutofit/>
        </a:bodyPr>
        <a:lstStyle/>
        <a:p>
          <a:pPr marL="0" lvl="0" indent="0" algn="ctr" defTabSz="1911350" rtl="0">
            <a:lnSpc>
              <a:spcPct val="90000"/>
            </a:lnSpc>
            <a:spcBef>
              <a:spcPct val="0"/>
            </a:spcBef>
            <a:spcAft>
              <a:spcPct val="35000"/>
            </a:spcAft>
            <a:buNone/>
          </a:pPr>
          <a:r>
            <a:rPr lang="en-US" sz="4300" kern="1200" dirty="0">
              <a:solidFill>
                <a:schemeClr val="bg1"/>
              </a:solidFill>
              <a:latin typeface="Times New Roman" panose="02020603050405020304" pitchFamily="18" charset="0"/>
              <a:cs typeface="Times New Roman" panose="02020603050405020304" pitchFamily="18" charset="0"/>
            </a:rPr>
            <a:t>Share Form</a:t>
          </a:r>
        </a:p>
      </dsp:txBody>
      <dsp:txXfrm>
        <a:off x="928470" y="1883833"/>
        <a:ext cx="2476500" cy="1650999"/>
      </dsp:txXfrm>
    </dsp:sp>
    <dsp:sp modelId="{E7227339-B730-5147-9C67-F72E511FF6AD}">
      <dsp:nvSpPr>
        <dsp:cNvPr id="0" name=""/>
        <dsp:cNvSpPr/>
      </dsp:nvSpPr>
      <dsp:spPr>
        <a:xfrm>
          <a:off x="3693895" y="2024168"/>
          <a:ext cx="4206056" cy="1370330"/>
        </a:xfrm>
        <a:prstGeom prst="chevron">
          <a:avLst/>
        </a:prstGeom>
        <a:solidFill>
          <a:schemeClr val="tx1">
            <a:alpha val="90000"/>
          </a:schemeClr>
        </a:solidFill>
        <a:ln w="6350" cap="flat" cmpd="sng" algn="ctr">
          <a:solidFill>
            <a:schemeClr val="bg1">
              <a:alpha val="9000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PS" sz="2000" b="0" i="0" kern="1200" dirty="0">
              <a:solidFill>
                <a:schemeClr val="bg1"/>
              </a:solidFill>
              <a:latin typeface="Times New Roman" panose="02020603050405020304" pitchFamily="18" charset="0"/>
              <a:cs typeface="Times New Roman" panose="02020603050405020304" pitchFamily="18" charset="0"/>
            </a:rPr>
            <a:t>Allows users to submit their stories, photos, or videos for admin review before publishing.</a:t>
          </a:r>
          <a:endParaRPr lang="en-US" sz="2000" kern="1200" dirty="0">
            <a:solidFill>
              <a:schemeClr val="bg1"/>
            </a:solidFill>
            <a:latin typeface="Times New Roman" panose="02020603050405020304" pitchFamily="18" charset="0"/>
            <a:cs typeface="Times New Roman" panose="02020603050405020304" pitchFamily="18" charset="0"/>
          </a:endParaRPr>
        </a:p>
      </dsp:txBody>
      <dsp:txXfrm>
        <a:off x="4379060" y="2024168"/>
        <a:ext cx="2835726" cy="1370330"/>
      </dsp:txXfrm>
    </dsp:sp>
    <dsp:sp modelId="{0DD0193B-6674-6843-B14E-EDC257ED5308}">
      <dsp:nvSpPr>
        <dsp:cNvPr id="0" name=""/>
        <dsp:cNvSpPr/>
      </dsp:nvSpPr>
      <dsp:spPr>
        <a:xfrm>
          <a:off x="102970" y="3765973"/>
          <a:ext cx="4127499" cy="1650999"/>
        </a:xfrm>
        <a:prstGeom prst="chevron">
          <a:avLst/>
        </a:prstGeom>
        <a:solidFill>
          <a:srgbClr val="B4263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4610" tIns="27305" rIns="0" bIns="27305" numCol="1" spcCol="1270" anchor="ctr" anchorCtr="0">
          <a:noAutofit/>
        </a:bodyPr>
        <a:lstStyle/>
        <a:p>
          <a:pPr marL="0" lvl="0" indent="0" algn="ctr" defTabSz="1911350" rtl="0">
            <a:lnSpc>
              <a:spcPct val="90000"/>
            </a:lnSpc>
            <a:spcBef>
              <a:spcPct val="0"/>
            </a:spcBef>
            <a:spcAft>
              <a:spcPct val="35000"/>
            </a:spcAft>
            <a:buNone/>
          </a:pPr>
          <a:r>
            <a:rPr lang="en-US" sz="4300" kern="1200" dirty="0">
              <a:solidFill>
                <a:schemeClr val="bg1"/>
              </a:solidFill>
              <a:latin typeface="Times New Roman" panose="02020603050405020304" pitchFamily="18" charset="0"/>
              <a:cs typeface="Times New Roman" panose="02020603050405020304" pitchFamily="18" charset="0"/>
            </a:rPr>
            <a:t>Dashboard</a:t>
          </a:r>
        </a:p>
      </dsp:txBody>
      <dsp:txXfrm>
        <a:off x="928470" y="3765973"/>
        <a:ext cx="2476500" cy="1650999"/>
      </dsp:txXfrm>
    </dsp:sp>
    <dsp:sp modelId="{07FD4D0B-244A-B04B-859A-7EEABCA6EC21}">
      <dsp:nvSpPr>
        <dsp:cNvPr id="0" name=""/>
        <dsp:cNvSpPr/>
      </dsp:nvSpPr>
      <dsp:spPr>
        <a:xfrm>
          <a:off x="3693895" y="3906308"/>
          <a:ext cx="4331133" cy="1370330"/>
        </a:xfrm>
        <a:prstGeom prst="chevron">
          <a:avLst/>
        </a:prstGeom>
        <a:solidFill>
          <a:schemeClr val="tx1">
            <a:alpha val="90000"/>
          </a:schemeClr>
        </a:solidFill>
        <a:ln w="6350" cap="flat" cmpd="sng" algn="ctr">
          <a:solidFill>
            <a:schemeClr val="bg1">
              <a:alpha val="9000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PS" sz="2000" b="0" i="0" kern="1200" dirty="0">
              <a:solidFill>
                <a:schemeClr val="bg1"/>
              </a:solidFill>
              <a:latin typeface="Times New Roman" panose="02020603050405020304" pitchFamily="18" charset="0"/>
              <a:cs typeface="Times New Roman" panose="02020603050405020304" pitchFamily="18" charset="0"/>
            </a:rPr>
            <a:t>Allows the admin to manage stories, photos, videos, team members, and user submissions.</a:t>
          </a:r>
          <a:endParaRPr lang="en-US" sz="2000" kern="1200" dirty="0">
            <a:solidFill>
              <a:schemeClr val="bg1"/>
            </a:solidFill>
            <a:latin typeface="Times New Roman" panose="02020603050405020304" pitchFamily="18" charset="0"/>
            <a:cs typeface="Times New Roman" panose="02020603050405020304" pitchFamily="18" charset="0"/>
          </a:endParaRPr>
        </a:p>
      </dsp:txBody>
      <dsp:txXfrm>
        <a:off x="4379060" y="3906308"/>
        <a:ext cx="2960803" cy="137033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DE6771-C5EF-AE40-BAF3-E5B0015E380F}">
      <dsp:nvSpPr>
        <dsp:cNvPr id="0" name=""/>
        <dsp:cNvSpPr/>
      </dsp:nvSpPr>
      <dsp:spPr>
        <a:xfrm>
          <a:off x="0" y="867639"/>
          <a:ext cx="4549079" cy="4551027"/>
        </a:xfrm>
        <a:prstGeom prst="rect">
          <a:avLst/>
        </a:prstGeom>
        <a:solidFill>
          <a:schemeClr val="tx1"/>
        </a:solidFill>
        <a:ln>
          <a:solidFill>
            <a:srgbClr val="B42632"/>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1-  Content Quilty:</a:t>
          </a:r>
        </a:p>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The site relies on content from other sites, so stories, images and videos may vary in accuracy, quality and completeness.</a:t>
          </a:r>
        </a:p>
        <a:p>
          <a:pPr marL="0" lvl="0" indent="0" algn="l" defTabSz="711200" rtl="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2-  Language Limitation:</a:t>
          </a:r>
        </a:p>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The website currently only supports the Arabic language, and no English version or automatic translation of the content has been implemented.</a:t>
          </a:r>
          <a:endParaRPr lang="ar-SA" sz="1600" kern="1200" dirty="0">
            <a:latin typeface="Times New Roman" panose="02020603050405020304" pitchFamily="18" charset="0"/>
            <a:cs typeface="Times New Roman" panose="02020603050405020304" pitchFamily="18" charset="0"/>
          </a:endParaRPr>
        </a:p>
        <a:p>
          <a:pPr marL="0" lvl="0" indent="0" algn="l" defTabSz="711200" rtl="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3-  </a:t>
          </a:r>
          <a:r>
            <a:rPr lang="en-PS" sz="1600" b="1" i="0" kern="1200" dirty="0">
              <a:latin typeface="Times New Roman" panose="02020603050405020304" pitchFamily="18" charset="0"/>
              <a:cs typeface="Times New Roman" panose="02020603050405020304" pitchFamily="18" charset="0"/>
            </a:rPr>
            <a:t>Media Storage &amp; Performance:</a:t>
          </a:r>
        </a:p>
        <a:p>
          <a:pPr marL="0" lvl="0" indent="0" algn="l" defTabSz="711200" rtl="0">
            <a:lnSpc>
              <a:spcPct val="90000"/>
            </a:lnSpc>
            <a:spcBef>
              <a:spcPct val="0"/>
            </a:spcBef>
            <a:spcAft>
              <a:spcPct val="35000"/>
            </a:spcAft>
            <a:buNone/>
          </a:pPr>
          <a:r>
            <a:rPr lang="en-US" sz="1600" b="0" i="0" kern="1200" dirty="0">
              <a:latin typeface="Times New Roman" panose="02020603050405020304" pitchFamily="18" charset="0"/>
              <a:cs typeface="Times New Roman" panose="02020603050405020304" pitchFamily="18" charset="0"/>
            </a:rPr>
            <a:t>Because the project contains images and videos, it needs good storage space and a stable internet connection in order for files to be uploaded and displayed efficiently.</a:t>
          </a:r>
        </a:p>
        <a:p>
          <a:pPr marL="0" lvl="0" indent="0" algn="l" defTabSz="711200" rtl="0">
            <a:lnSpc>
              <a:spcPct val="90000"/>
            </a:lnSpc>
            <a:spcBef>
              <a:spcPct val="0"/>
            </a:spcBef>
            <a:spcAft>
              <a:spcPct val="35000"/>
            </a:spcAft>
            <a:buNone/>
          </a:pPr>
          <a:r>
            <a:rPr lang="en-US" sz="1600" b="1" i="0" kern="1200" dirty="0">
              <a:latin typeface="Times New Roman" panose="02020603050405020304" pitchFamily="18" charset="0"/>
              <a:cs typeface="Times New Roman" panose="02020603050405020304" pitchFamily="18" charset="0"/>
            </a:rPr>
            <a:t>4-  Limited Advanced Features:</a:t>
          </a:r>
          <a:br>
            <a:rPr lang="en-PS" sz="1600" kern="1200" dirty="0">
              <a:cs typeface="+mj-cs"/>
            </a:rPr>
          </a:br>
          <a:r>
            <a:rPr lang="en-US" sz="1600" kern="1200" dirty="0">
              <a:cs typeface="+mj-cs"/>
            </a:rPr>
            <a:t>The current version does not contain advanced features such as analytics, automatic translation, or long-term digital preservation tools.</a:t>
          </a:r>
          <a:endParaRPr lang="ar-SA" sz="1600" kern="1200" dirty="0">
            <a:latin typeface="Times New Roman" panose="02020603050405020304" pitchFamily="18" charset="0"/>
            <a:cs typeface="Times New Roman" panose="02020603050405020304" pitchFamily="18" charset="0"/>
          </a:endParaRPr>
        </a:p>
        <a:p>
          <a:pPr marL="0" lvl="0" indent="0" algn="ctr" defTabSz="711200" rtl="1">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dsp:txBody>
      <dsp:txXfrm>
        <a:off x="0" y="867639"/>
        <a:ext cx="4549079" cy="4551027"/>
      </dsp:txXfrm>
    </dsp:sp>
    <dsp:sp modelId="{7C28C28A-40BD-4249-880C-F63589435A28}">
      <dsp:nvSpPr>
        <dsp:cNvPr id="0" name=""/>
        <dsp:cNvSpPr/>
      </dsp:nvSpPr>
      <dsp:spPr>
        <a:xfrm>
          <a:off x="5003515" y="891442"/>
          <a:ext cx="4754273" cy="4482902"/>
        </a:xfrm>
        <a:prstGeom prst="rect">
          <a:avLst/>
        </a:prstGeom>
        <a:solidFill>
          <a:srgbClr val="B42632"/>
        </a:solidFill>
        <a:ln>
          <a:solidFill>
            <a:srgbClr val="B42632"/>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1- Multilingual Support:</a:t>
          </a:r>
        </a:p>
        <a:p>
          <a:pPr marL="0" lvl="0" indent="0" algn="l" defTabSz="800100" rtl="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Adding translations of the stories into several languages ​​so that the stories of Gaza reach a wider global audience.</a:t>
          </a:r>
        </a:p>
        <a:p>
          <a:pPr marL="0" lvl="0" indent="0" algn="l" defTabSz="800100" rtl="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2- Digital Timeline:</a:t>
          </a:r>
        </a:p>
        <a:p>
          <a:pPr marL="0" lvl="0" indent="0" algn="l" defTabSz="800100" rtl="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Creating an interactive timeline that displays stories and events in chronological order, to help the visitor understand the context of events.</a:t>
          </a:r>
        </a:p>
        <a:p>
          <a:pPr marL="0" lvl="0" indent="0" algn="l" defTabSz="800100" rtl="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3- Interactive Maps</a:t>
          </a:r>
        </a:p>
        <a:p>
          <a:pPr marL="0" lvl="0" indent="0" algn="l" defTabSz="800100" rtl="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Adding interactive maps that display the locations of stories and events within Gaza, so that visitors can browse the content by region.</a:t>
          </a:r>
        </a:p>
        <a:p>
          <a:pPr marL="0" lvl="0" indent="0" algn="l" defTabSz="800100" rtl="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4- Analytic &amp; Backup:</a:t>
          </a:r>
        </a:p>
        <a:p>
          <a:pPr marL="0" lvl="0" indent="0" algn="l" defTabSz="800100" rtl="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Developing an analytics dashboard to track the number of stories, images, videos, and visitor interaction, with the addition of backups to protect content from loss.</a:t>
          </a:r>
        </a:p>
      </dsp:txBody>
      <dsp:txXfrm>
        <a:off x="5003515" y="891442"/>
        <a:ext cx="4754273" cy="448290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CF73B-8C78-794E-9F38-634C986111C8}">
      <dsp:nvSpPr>
        <dsp:cNvPr id="0" name=""/>
        <dsp:cNvSpPr/>
      </dsp:nvSpPr>
      <dsp:spPr>
        <a:xfrm>
          <a:off x="0" y="0"/>
          <a:ext cx="9562176" cy="2133542"/>
        </a:xfrm>
        <a:prstGeom prst="roundRect">
          <a:avLst>
            <a:gd name="adj" fmla="val 10000"/>
          </a:avLst>
        </a:prstGeom>
        <a:solidFill>
          <a:schemeClr val="tx1">
            <a:alpha val="90000"/>
          </a:schemeClr>
        </a:solidFill>
        <a:ln w="12700" cap="flat" cmpd="sng" algn="ctr">
          <a:solidFill>
            <a:srgbClr val="B42632">
              <a:alpha val="90000"/>
            </a:srgbClr>
          </a:solidFill>
          <a:prstDash val="solid"/>
          <a:miter lim="800000"/>
        </a:ln>
        <a:effectLst/>
      </dsp:spPr>
      <dsp:style>
        <a:lnRef idx="2">
          <a:scrgbClr r="0" g="0" b="0"/>
        </a:lnRef>
        <a:fillRef idx="1">
          <a:scrgbClr r="0" g="0" b="0"/>
        </a:fillRef>
        <a:effectRef idx="0">
          <a:scrgbClr r="0" g="0" b="0"/>
        </a:effectRef>
        <a:fontRef idx="minor"/>
      </dsp:style>
    </dsp:sp>
    <dsp:sp modelId="{86170147-CB37-5F41-9F14-5A16158134C6}">
      <dsp:nvSpPr>
        <dsp:cNvPr id="0" name=""/>
        <dsp:cNvSpPr/>
      </dsp:nvSpPr>
      <dsp:spPr>
        <a:xfrm>
          <a:off x="289498" y="284472"/>
          <a:ext cx="2089111" cy="1564597"/>
        </a:xfrm>
        <a:prstGeom prst="roundRect">
          <a:avLst>
            <a:gd name="adj" fmla="val 10000"/>
          </a:avLst>
        </a:prstGeom>
        <a:blipFill>
          <a:blip xmlns:r="http://schemas.openxmlformats.org/officeDocument/2006/relationships" r:embed="rId1"/>
          <a:srcRect/>
          <a:stretch>
            <a:fillRect t="-9000" b="-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D2D4D7E-995C-6846-AD41-B79F8A2495E4}">
      <dsp:nvSpPr>
        <dsp:cNvPr id="0" name=""/>
        <dsp:cNvSpPr/>
      </dsp:nvSpPr>
      <dsp:spPr>
        <a:xfrm rot="10800000">
          <a:off x="289498" y="2133542"/>
          <a:ext cx="2089111" cy="2607663"/>
        </a:xfrm>
        <a:prstGeom prst="round2SameRect">
          <a:avLst>
            <a:gd name="adj1" fmla="val 10500"/>
            <a:gd name="adj2" fmla="val 0"/>
          </a:avLst>
        </a:prstGeom>
        <a:solidFill>
          <a:schemeClr val="bg1"/>
        </a:solidFill>
        <a:ln w="12700" cap="flat" cmpd="sng" algn="ctr">
          <a:solidFill>
            <a:srgbClr val="B426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t" anchorCtr="0">
          <a:noAutofit/>
        </a:bodyPr>
        <a:lstStyle/>
        <a:p>
          <a:pPr marL="0" lvl="0" indent="0" algn="ctr" defTabSz="1422400">
            <a:lnSpc>
              <a:spcPct val="90000"/>
            </a:lnSpc>
            <a:spcBef>
              <a:spcPct val="0"/>
            </a:spcBef>
            <a:spcAft>
              <a:spcPct val="35000"/>
            </a:spcAft>
            <a:buNone/>
          </a:pPr>
          <a:r>
            <a:rPr lang="en-US" sz="3200" kern="1200" dirty="0">
              <a:solidFill>
                <a:schemeClr val="tx1"/>
              </a:solidFill>
              <a:latin typeface="Times New Roman" panose="02020603050405020304" pitchFamily="18" charset="0"/>
              <a:cs typeface="Times New Roman" panose="02020603050405020304" pitchFamily="18" charset="0"/>
            </a:rPr>
            <a:t>Ahlam Ragaa Abu Diab</a:t>
          </a:r>
          <a:endParaRPr lang="en-US" sz="3200" kern="1200" dirty="0">
            <a:solidFill>
              <a:schemeClr val="tx1"/>
            </a:solidFill>
          </a:endParaRPr>
        </a:p>
        <a:p>
          <a:pPr marL="171450" lvl="1" indent="-171450" algn="ctr" defTabSz="800100">
            <a:lnSpc>
              <a:spcPct val="90000"/>
            </a:lnSpc>
            <a:spcBef>
              <a:spcPct val="0"/>
            </a:spcBef>
            <a:spcAft>
              <a:spcPct val="15000"/>
            </a:spcAft>
            <a:buChar char="•"/>
          </a:pPr>
          <a:r>
            <a:rPr lang="en-US" sz="1800" b="1" kern="1200" dirty="0">
              <a:solidFill>
                <a:srgbClr val="B42632"/>
              </a:solidFill>
              <a:latin typeface="Times New Roman" panose="02020603050405020304" pitchFamily="18" charset="0"/>
              <a:cs typeface="Times New Roman" panose="02020603050405020304" pitchFamily="18" charset="0"/>
            </a:rPr>
            <a:t>Software Development</a:t>
          </a:r>
        </a:p>
      </dsp:txBody>
      <dsp:txXfrm rot="10800000">
        <a:off x="353745" y="2133542"/>
        <a:ext cx="1960617" cy="2543416"/>
      </dsp:txXfrm>
    </dsp:sp>
    <dsp:sp modelId="{92C2A8BD-1591-C14B-86CA-A0667051C274}">
      <dsp:nvSpPr>
        <dsp:cNvPr id="0" name=""/>
        <dsp:cNvSpPr/>
      </dsp:nvSpPr>
      <dsp:spPr>
        <a:xfrm>
          <a:off x="2587521" y="284472"/>
          <a:ext cx="2089111" cy="1564597"/>
        </a:xfrm>
        <a:prstGeom prst="roundRect">
          <a:avLst>
            <a:gd name="adj" fmla="val 10000"/>
          </a:avLst>
        </a:prstGeom>
        <a:blipFill>
          <a:blip xmlns:r="http://schemas.openxmlformats.org/officeDocument/2006/relationships" r:embed="rId2"/>
          <a:srcRect/>
          <a:stretch>
            <a:fillRect t="-30000" b="-30000"/>
          </a:stretch>
        </a:blip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17CEB45E-0CB9-2D40-92B4-C7A2B0EDC94E}">
      <dsp:nvSpPr>
        <dsp:cNvPr id="0" name=""/>
        <dsp:cNvSpPr/>
      </dsp:nvSpPr>
      <dsp:spPr>
        <a:xfrm rot="10800000">
          <a:off x="2587521" y="2133542"/>
          <a:ext cx="2089111" cy="2607663"/>
        </a:xfrm>
        <a:prstGeom prst="round2SameRect">
          <a:avLst>
            <a:gd name="adj1" fmla="val 10500"/>
            <a:gd name="adj2" fmla="val 0"/>
          </a:avLst>
        </a:prstGeom>
        <a:solidFill>
          <a:schemeClr val="bg1"/>
        </a:solidFill>
        <a:ln w="12700" cap="flat" cmpd="sng" algn="ctr">
          <a:solidFill>
            <a:srgbClr val="B426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t" anchorCtr="0">
          <a:noAutofit/>
        </a:bodyPr>
        <a:lstStyle/>
        <a:p>
          <a:pPr marL="0" lvl="0" indent="0" algn="ctr" defTabSz="1422400">
            <a:lnSpc>
              <a:spcPct val="90000"/>
            </a:lnSpc>
            <a:spcBef>
              <a:spcPct val="0"/>
            </a:spcBef>
            <a:spcAft>
              <a:spcPct val="35000"/>
            </a:spcAft>
            <a:buNone/>
          </a:pPr>
          <a:r>
            <a:rPr lang="en-US" sz="3200" kern="1200" dirty="0">
              <a:solidFill>
                <a:schemeClr val="tx1"/>
              </a:solidFill>
              <a:latin typeface="Times New Roman" panose="02020603050405020304" pitchFamily="18" charset="0"/>
              <a:cs typeface="Times New Roman" panose="02020603050405020304" pitchFamily="18" charset="0"/>
            </a:rPr>
            <a:t>Mona Ahmed Hejazi</a:t>
          </a:r>
        </a:p>
        <a:p>
          <a:pPr marL="171450" lvl="1" indent="-171450" algn="ctr" defTabSz="800100">
            <a:lnSpc>
              <a:spcPct val="90000"/>
            </a:lnSpc>
            <a:spcBef>
              <a:spcPct val="0"/>
            </a:spcBef>
            <a:spcAft>
              <a:spcPct val="15000"/>
            </a:spcAft>
            <a:buChar char="•"/>
          </a:pPr>
          <a:r>
            <a:rPr lang="en-US" sz="1800" b="1" kern="1200" dirty="0">
              <a:solidFill>
                <a:srgbClr val="B42632"/>
              </a:solidFill>
              <a:latin typeface="Times New Roman" panose="02020603050405020304" pitchFamily="18" charset="0"/>
              <a:cs typeface="Times New Roman" panose="02020603050405020304" pitchFamily="18" charset="0"/>
            </a:rPr>
            <a:t>Multimedia and Web Development</a:t>
          </a:r>
        </a:p>
      </dsp:txBody>
      <dsp:txXfrm rot="10800000">
        <a:off x="2651768" y="2133542"/>
        <a:ext cx="1960617" cy="2543416"/>
      </dsp:txXfrm>
    </dsp:sp>
    <dsp:sp modelId="{C82A2306-B304-CA4D-AD36-E0E149115714}">
      <dsp:nvSpPr>
        <dsp:cNvPr id="0" name=""/>
        <dsp:cNvSpPr/>
      </dsp:nvSpPr>
      <dsp:spPr>
        <a:xfrm>
          <a:off x="4885543" y="284472"/>
          <a:ext cx="2089111" cy="1564597"/>
        </a:xfrm>
        <a:prstGeom prst="roundRect">
          <a:avLst>
            <a:gd name="adj" fmla="val 10000"/>
          </a:avLst>
        </a:prstGeom>
        <a:blipFill>
          <a:blip xmlns:r="http://schemas.openxmlformats.org/officeDocument/2006/relationships" r:embed="rId3"/>
          <a:srcRect/>
          <a:stretch>
            <a:fillRect l="-17000" r="-17000"/>
          </a:stretch>
        </a:blip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659D4BEB-5BB8-2D4B-A1E4-5DA40A021A49}">
      <dsp:nvSpPr>
        <dsp:cNvPr id="0" name=""/>
        <dsp:cNvSpPr/>
      </dsp:nvSpPr>
      <dsp:spPr>
        <a:xfrm rot="10800000">
          <a:off x="4885543" y="2133542"/>
          <a:ext cx="2089111" cy="2607663"/>
        </a:xfrm>
        <a:prstGeom prst="round2SameRect">
          <a:avLst>
            <a:gd name="adj1" fmla="val 10500"/>
            <a:gd name="adj2" fmla="val 0"/>
          </a:avLst>
        </a:prstGeom>
        <a:solidFill>
          <a:schemeClr val="bg1"/>
        </a:solidFill>
        <a:ln w="12700" cap="flat" cmpd="sng" algn="ctr">
          <a:solidFill>
            <a:srgbClr val="B426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t" anchorCtr="0">
          <a:noAutofit/>
        </a:bodyPr>
        <a:lstStyle/>
        <a:p>
          <a:pPr marL="0" lvl="0" indent="0" algn="ctr" defTabSz="1422400">
            <a:lnSpc>
              <a:spcPct val="90000"/>
            </a:lnSpc>
            <a:spcBef>
              <a:spcPct val="0"/>
            </a:spcBef>
            <a:spcAft>
              <a:spcPct val="35000"/>
            </a:spcAft>
            <a:buNone/>
          </a:pPr>
          <a:r>
            <a:rPr lang="en-US" sz="3200" kern="1200" dirty="0">
              <a:solidFill>
                <a:schemeClr val="tx1"/>
              </a:solidFill>
              <a:latin typeface="Times New Roman" panose="02020603050405020304" pitchFamily="18" charset="0"/>
              <a:cs typeface="Times New Roman" panose="02020603050405020304" pitchFamily="18" charset="0"/>
            </a:rPr>
            <a:t>Huda Jameel Salama</a:t>
          </a:r>
        </a:p>
        <a:p>
          <a:pPr marL="171450" lvl="1" indent="-171450" algn="ctr" defTabSz="800100">
            <a:lnSpc>
              <a:spcPct val="90000"/>
            </a:lnSpc>
            <a:spcBef>
              <a:spcPct val="0"/>
            </a:spcBef>
            <a:spcAft>
              <a:spcPct val="15000"/>
            </a:spcAft>
            <a:buChar char="•"/>
          </a:pPr>
          <a:r>
            <a:rPr lang="en-US" sz="1800" b="1" kern="1200" dirty="0">
              <a:solidFill>
                <a:srgbClr val="B42632"/>
              </a:solidFill>
              <a:latin typeface="Times New Roman" panose="02020603050405020304" pitchFamily="18" charset="0"/>
              <a:cs typeface="Times New Roman" panose="02020603050405020304" pitchFamily="18" charset="0"/>
            </a:rPr>
            <a:t>Multimedia and Web Development</a:t>
          </a:r>
        </a:p>
      </dsp:txBody>
      <dsp:txXfrm rot="10800000">
        <a:off x="4949790" y="2133542"/>
        <a:ext cx="1960617" cy="2543416"/>
      </dsp:txXfrm>
    </dsp:sp>
    <dsp:sp modelId="{7D02A3A7-4C61-E846-8513-C18337E2BDD7}">
      <dsp:nvSpPr>
        <dsp:cNvPr id="0" name=""/>
        <dsp:cNvSpPr/>
      </dsp:nvSpPr>
      <dsp:spPr>
        <a:xfrm>
          <a:off x="7183566" y="284472"/>
          <a:ext cx="2089111" cy="1564597"/>
        </a:xfrm>
        <a:prstGeom prst="roundRect">
          <a:avLst>
            <a:gd name="adj" fmla="val 10000"/>
          </a:avLst>
        </a:prstGeom>
        <a:blipFill>
          <a:blip xmlns:r="http://schemas.openxmlformats.org/officeDocument/2006/relationships" r:embed="rId4"/>
          <a:srcRect/>
          <a:stretch>
            <a:fillRect t="-15000" b="-15000"/>
          </a:stretch>
        </a:blip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A62DC8BC-30CA-4C4C-9252-2E5772C2482E}">
      <dsp:nvSpPr>
        <dsp:cNvPr id="0" name=""/>
        <dsp:cNvSpPr/>
      </dsp:nvSpPr>
      <dsp:spPr>
        <a:xfrm rot="10800000">
          <a:off x="7183566" y="2133542"/>
          <a:ext cx="2089111" cy="2607663"/>
        </a:xfrm>
        <a:prstGeom prst="round2SameRect">
          <a:avLst>
            <a:gd name="adj1" fmla="val 10500"/>
            <a:gd name="adj2" fmla="val 0"/>
          </a:avLst>
        </a:prstGeom>
        <a:solidFill>
          <a:schemeClr val="bg1"/>
        </a:solidFill>
        <a:ln w="12700" cap="flat" cmpd="sng" algn="ctr">
          <a:solidFill>
            <a:srgbClr val="B426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t" anchorCtr="0">
          <a:noAutofit/>
        </a:bodyPr>
        <a:lstStyle/>
        <a:p>
          <a:pPr marL="0" lvl="0" indent="0" algn="ctr" defTabSz="1422400">
            <a:lnSpc>
              <a:spcPct val="90000"/>
            </a:lnSpc>
            <a:spcBef>
              <a:spcPct val="0"/>
            </a:spcBef>
            <a:spcAft>
              <a:spcPct val="35000"/>
            </a:spcAft>
            <a:buNone/>
          </a:pPr>
          <a:r>
            <a:rPr lang="en-US" sz="3200" kern="1200" dirty="0">
              <a:solidFill>
                <a:schemeClr val="tx1"/>
              </a:solidFill>
              <a:latin typeface="Times New Roman" panose="02020603050405020304" pitchFamily="18" charset="0"/>
              <a:cs typeface="Times New Roman" panose="02020603050405020304" pitchFamily="18" charset="0"/>
            </a:rPr>
            <a:t>Noora Asaad Ashour</a:t>
          </a:r>
        </a:p>
        <a:p>
          <a:pPr marL="171450" lvl="1" indent="-171450" algn="ctr" defTabSz="800100">
            <a:lnSpc>
              <a:spcPct val="90000"/>
            </a:lnSpc>
            <a:spcBef>
              <a:spcPct val="0"/>
            </a:spcBef>
            <a:spcAft>
              <a:spcPct val="15000"/>
            </a:spcAft>
            <a:buChar char="•"/>
          </a:pPr>
          <a:r>
            <a:rPr lang="en-US" sz="1800" b="1" kern="1200" dirty="0">
              <a:solidFill>
                <a:srgbClr val="B42632"/>
              </a:solidFill>
              <a:latin typeface="Times New Roman" panose="02020603050405020304" pitchFamily="18" charset="0"/>
              <a:cs typeface="Times New Roman" panose="02020603050405020304" pitchFamily="18" charset="0"/>
            </a:rPr>
            <a:t>Information Technology Systems</a:t>
          </a:r>
        </a:p>
      </dsp:txBody>
      <dsp:txXfrm rot="10800000">
        <a:off x="7247813" y="2133542"/>
        <a:ext cx="1960617" cy="254341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24/layout/VerticalActionList">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stBulletLvl" val="0"/>
            <dgm:param type="parTxLTRAlign" val="l"/>
            <dgm:param type="shpTxLTRAlignCh" val="l"/>
            <dgm:param type="parTxRTLAlign" val="r"/>
            <dgm:param type="shpTxRTLAlignCh" val="r"/>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24/layout/VerticalActionList">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stBulletLvl" val="0"/>
            <dgm:param type="parTxLTRAlign" val="l"/>
            <dgm:param type="shpTxLTRAlignCh" val="l"/>
            <dgm:param type="parTxRTLAlign" val="r"/>
            <dgm:param type="shpTxRTLAlignCh" val="r"/>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98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11F48-B10A-506B-1690-BC4A023E7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45739-E4D8-280A-A815-78BA99EECE68}"/>
              </a:ext>
            </a:extLst>
          </p:cNvPr>
          <p:cNvSpPr>
            <a:spLocks noGrp="1" noRot="1" noChangeAspect="1"/>
          </p:cNvSpPr>
          <p:nvPr>
            <p:ph type="sldImg"/>
          </p:nvPr>
        </p:nvSpPr>
        <p:spPr/>
        <p:txBody>
          <a:bodyPr/>
          <a:lstStyle/>
          <a:p>
            <a:endParaRPr lang="en-PS"/>
          </a:p>
        </p:txBody>
      </p:sp>
      <p:sp>
        <p:nvSpPr>
          <p:cNvPr id="3" name="Notes Placeholder 2">
            <a:extLst>
              <a:ext uri="{FF2B5EF4-FFF2-40B4-BE49-F238E27FC236}">
                <a16:creationId xmlns:a16="http://schemas.microsoft.com/office/drawing/2014/main" id="{FE64BA11-8376-B173-B590-6113FAEC47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D02C0E-5CC3-C2D2-3DF6-B7E64A4E7EF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24220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C9223-D3FA-4108-9612-8B32437B5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82F8F-42C0-208F-524E-0F985B14BA51}"/>
              </a:ext>
            </a:extLst>
          </p:cNvPr>
          <p:cNvSpPr>
            <a:spLocks noGrp="1" noRot="1" noChangeAspect="1"/>
          </p:cNvSpPr>
          <p:nvPr>
            <p:ph type="sldImg"/>
          </p:nvPr>
        </p:nvSpPr>
        <p:spPr/>
        <p:txBody>
          <a:bodyPr/>
          <a:lstStyle/>
          <a:p>
            <a:endParaRPr lang="en-PS"/>
          </a:p>
        </p:txBody>
      </p:sp>
      <p:sp>
        <p:nvSpPr>
          <p:cNvPr id="3" name="Notes Placeholder 2">
            <a:extLst>
              <a:ext uri="{FF2B5EF4-FFF2-40B4-BE49-F238E27FC236}">
                <a16:creationId xmlns:a16="http://schemas.microsoft.com/office/drawing/2014/main" id="{4BC5063B-97E4-7828-EAAD-07C323FE36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E1F221-2014-1FCC-ADE8-E3CC1A23D320}"/>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148506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BCC7B-9889-6347-9C8D-C1F33312D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13218-A86D-FCE2-1D25-0CBC5635FF2A}"/>
              </a:ext>
            </a:extLst>
          </p:cNvPr>
          <p:cNvSpPr>
            <a:spLocks noGrp="1" noRot="1" noChangeAspect="1"/>
          </p:cNvSpPr>
          <p:nvPr>
            <p:ph type="sldImg"/>
          </p:nvPr>
        </p:nvSpPr>
        <p:spPr/>
        <p:txBody>
          <a:bodyPr/>
          <a:lstStyle/>
          <a:p>
            <a:endParaRPr lang="en-PS"/>
          </a:p>
        </p:txBody>
      </p:sp>
      <p:sp>
        <p:nvSpPr>
          <p:cNvPr id="3" name="Notes Placeholder 2">
            <a:extLst>
              <a:ext uri="{FF2B5EF4-FFF2-40B4-BE49-F238E27FC236}">
                <a16:creationId xmlns:a16="http://schemas.microsoft.com/office/drawing/2014/main" id="{0B100F5C-0B29-6E08-ABDB-42FCA03027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DAACAC-B6C8-A075-97ED-2F0F45B2B7B1}"/>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2828614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7C95A-7477-3D4B-3C65-A50D7B0B6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0862B-669E-6A4F-3B5E-785E07648DA8}"/>
              </a:ext>
            </a:extLst>
          </p:cNvPr>
          <p:cNvSpPr>
            <a:spLocks noGrp="1" noRot="1" noChangeAspect="1"/>
          </p:cNvSpPr>
          <p:nvPr>
            <p:ph type="sldImg"/>
          </p:nvPr>
        </p:nvSpPr>
        <p:spPr/>
        <p:txBody>
          <a:bodyPr/>
          <a:lstStyle/>
          <a:p>
            <a:endParaRPr lang="en-PS"/>
          </a:p>
        </p:txBody>
      </p:sp>
      <p:sp>
        <p:nvSpPr>
          <p:cNvPr id="3" name="Notes Placeholder 2">
            <a:extLst>
              <a:ext uri="{FF2B5EF4-FFF2-40B4-BE49-F238E27FC236}">
                <a16:creationId xmlns:a16="http://schemas.microsoft.com/office/drawing/2014/main" id="{31E11044-17E0-D292-4265-37443DF90D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E203D2-4ED0-A662-2B02-96118D4F1A8F}"/>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8342743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audio" Target="../media/audio2.wav"/><Relationship Id="rId7" Type="http://schemas.openxmlformats.org/officeDocument/2006/relationships/slide" Target="slide9.xml"/><Relationship Id="rId12" Type="http://schemas.openxmlformats.org/officeDocument/2006/relationships/slide" Target="slide27.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7.xml"/><Relationship Id="rId11" Type="http://schemas.openxmlformats.org/officeDocument/2006/relationships/slide" Target="slide24.xml"/><Relationship Id="rId5" Type="http://schemas.openxmlformats.org/officeDocument/2006/relationships/slide" Target="slide6.xml"/><Relationship Id="rId10" Type="http://schemas.openxmlformats.org/officeDocument/2006/relationships/slide" Target="slide23.xml"/><Relationship Id="rId4" Type="http://schemas.openxmlformats.org/officeDocument/2006/relationships/slide" Target="slide3.xml"/><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7.wav"/><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audio" Target="../media/audio8.wav"/><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4.wav"/><Relationship Id="rId7" Type="http://schemas.openxmlformats.org/officeDocument/2006/relationships/diagramColors" Target="../diagrams/colors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audio" Target="../media/audio4.wav"/><Relationship Id="rId7" Type="http://schemas.openxmlformats.org/officeDocument/2006/relationships/diagramQuickStyle" Target="../diagrams/quickStyle3.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png"/><Relationship Id="rId9" Type="http://schemas.microsoft.com/office/2007/relationships/diagramDrawing" Target="../diagrams/drawing3.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audio" Target="../media/audio4.wav"/><Relationship Id="rId7" Type="http://schemas.openxmlformats.org/officeDocument/2006/relationships/diagramQuickStyle" Target="../diagrams/quickStyle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2.png"/><Relationship Id="rId9" Type="http://schemas.microsoft.com/office/2007/relationships/diagramDrawing" Target="../diagrams/drawing4.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audio" Target="../media/audio9.wav"/><Relationship Id="rId7" Type="http://schemas.openxmlformats.org/officeDocument/2006/relationships/diagramQuickStyle" Target="../diagrams/quickStyle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2.png"/><Relationship Id="rId9" Type="http://schemas.microsoft.com/office/2007/relationships/diagramDrawing" Target="../diagrams/drawing5.xml"/></Relationships>
</file>

<file path=ppt/slides/_rels/slide17.xml.rels><?xml version="1.0" encoding="UTF-8" standalone="yes"?>
<Relationships xmlns="http://schemas.openxmlformats.org/package/2006/relationships"><Relationship Id="rId3" Type="http://schemas.openxmlformats.org/officeDocument/2006/relationships/audio" Target="../media/audio9.wav"/><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audio" Target="../media/audio10.wav"/><Relationship Id="rId7" Type="http://schemas.openxmlformats.org/officeDocument/2006/relationships/diagramQuickStyle" Target="../diagrams/quickStyle6.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2.png"/><Relationship Id="rId9" Type="http://schemas.microsoft.com/office/2007/relationships/diagramDrawing" Target="../diagrams/drawing6.xml"/></Relationships>
</file>

<file path=ppt/slides/_rels/slide19.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audio" Target="../media/audio2.wav"/><Relationship Id="rId7" Type="http://schemas.openxmlformats.org/officeDocument/2006/relationships/diagramQuickStyle" Target="../diagrams/quickStyle7.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4.png"/><Relationship Id="rId9" Type="http://schemas.microsoft.com/office/2007/relationships/diagramDrawing" Target="../diagrams/drawing7.xml"/></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audio" Target="../media/audio2.wav"/><Relationship Id="rId7" Type="http://schemas.openxmlformats.org/officeDocument/2006/relationships/diagramQuickStyle" Target="../diagrams/quickStyle8.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4.png"/><Relationship Id="rId9" Type="http://schemas.microsoft.com/office/2007/relationships/diagramDrawing" Target="../diagrams/drawing8.xml"/></Relationships>
</file>

<file path=ppt/slides/_rels/slide2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audio" Target="../media/audio7.wav"/><Relationship Id="rId7" Type="http://schemas.openxmlformats.org/officeDocument/2006/relationships/diagramQuickStyle" Target="../diagrams/quickStyle9.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diagramLayout" Target="../diagrams/layout9.xml"/><Relationship Id="rId5" Type="http://schemas.openxmlformats.org/officeDocument/2006/relationships/diagramData" Target="../diagrams/data9.xml"/><Relationship Id="rId10" Type="http://schemas.openxmlformats.org/officeDocument/2006/relationships/slide" Target="slide2.xml"/><Relationship Id="rId4" Type="http://schemas.openxmlformats.org/officeDocument/2006/relationships/image" Target="../media/image2.png"/><Relationship Id="rId9" Type="http://schemas.microsoft.com/office/2007/relationships/diagramDrawing" Target="../diagrams/drawing9.xml"/></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audio" Target="../media/audio4.wav"/><Relationship Id="rId7" Type="http://schemas.openxmlformats.org/officeDocument/2006/relationships/diagramQuickStyle" Target="../diagrams/quickStyle10.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2.png"/><Relationship Id="rId9" Type="http://schemas.microsoft.com/office/2007/relationships/diagramDrawing" Target="../diagrams/drawing10.xml"/></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audio" Target="../media/audio4.wav"/><Relationship Id="rId7" Type="http://schemas.openxmlformats.org/officeDocument/2006/relationships/diagramQuickStyle" Target="../diagrams/quickStyle11.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2.png"/><Relationship Id="rId9" Type="http://schemas.microsoft.com/office/2007/relationships/diagramDrawing" Target="../diagrams/drawing11.xml"/></Relationships>
</file>

<file path=ppt/slides/_rels/slide2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slide" Target="slide2.xml"/></Relationships>
</file>

<file path=ppt/slides/_rels/slide28.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audio" Target="../media/audio3.wav"/><Relationship Id="rId7" Type="http://schemas.openxmlformats.org/officeDocument/2006/relationships/diagramColors" Target="../diagrams/colors12.xm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audio" Target="../media/audio11.wav"/><Relationship Id="rId7" Type="http://schemas.openxmlformats.org/officeDocument/2006/relationships/diagramColors" Target="../diagrams/colors13.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31.xml.rels><?xml version="1.0" encoding="UTF-8" standalone="yes"?>
<Relationships xmlns="http://schemas.openxmlformats.org/package/2006/relationships"><Relationship Id="rId3" Type="http://schemas.openxmlformats.org/officeDocument/2006/relationships/audio" Target="../media/audio12.wav"/><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0E"/>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172F867-C836-2C16-DB24-08285A579E6D}"/>
              </a:ext>
            </a:extLst>
          </p:cNvPr>
          <p:cNvPicPr>
            <a:picLocks noChangeAspect="1"/>
          </p:cNvPicPr>
          <p:nvPr/>
        </p:nvPicPr>
        <p:blipFill>
          <a:blip r:embed="rId4"/>
          <a:stretch>
            <a:fillRect/>
          </a:stretch>
        </p:blipFill>
        <p:spPr>
          <a:xfrm>
            <a:off x="7515975" y="473473"/>
            <a:ext cx="4504441" cy="5214095"/>
          </a:xfrm>
          <a:prstGeom prst="rect">
            <a:avLst/>
          </a:prstGeom>
        </p:spPr>
      </p:pic>
      <p:sp>
        <p:nvSpPr>
          <p:cNvPr id="3" name="Text 0"/>
          <p:cNvSpPr/>
          <p:nvPr/>
        </p:nvSpPr>
        <p:spPr>
          <a:xfrm>
            <a:off x="-6347352" y="1541906"/>
            <a:ext cx="11059732" cy="379476"/>
          </a:xfrm>
          <a:prstGeom prst="rect">
            <a:avLst/>
          </a:prstGeom>
          <a:noFill/>
          <a:ln/>
        </p:spPr>
        <p:txBody>
          <a:bodyPr wrap="square" lIns="0" tIns="0" rIns="0" bIns="0" rtlCol="0" anchor="ctr"/>
          <a:lstStyle/>
          <a:p>
            <a:pPr marL="0" indent="0" algn="r">
              <a:buNone/>
            </a:pPr>
            <a:r>
              <a:rPr lang="ar-SA" sz="5400" b="1" dirty="0">
                <a:solidFill>
                  <a:srgbClr val="F5F5F5"/>
                </a:solidFill>
              </a:rPr>
              <a:t> </a:t>
            </a:r>
            <a:r>
              <a:rPr lang="en-US" sz="5400" b="1" dirty="0">
                <a:solidFill>
                  <a:srgbClr val="F5F5F5"/>
                </a:solidFill>
              </a:rPr>
              <a:t> بصمة  </a:t>
            </a:r>
          </a:p>
          <a:p>
            <a:pPr marL="0" indent="0" algn="r">
              <a:buNone/>
            </a:pPr>
            <a:r>
              <a:rPr lang="en-US" sz="5400" b="1" dirty="0">
                <a:solidFill>
                  <a:srgbClr val="F5F5F5"/>
                </a:solidFill>
                <a:latin typeface="APPLE CHANCERY" panose="03020702040506060504" pitchFamily="66" charset="-79"/>
                <a:cs typeface="APPLE CHANCERY" panose="03020702040506060504" pitchFamily="66" charset="-79"/>
              </a:rPr>
              <a:t> Basma</a:t>
            </a:r>
            <a:endParaRPr lang="en-US" sz="5400" dirty="0">
              <a:latin typeface="Apple Chancery" panose="03020702040506060504" pitchFamily="66" charset="-79"/>
              <a:cs typeface="Apple Chancery" panose="03020702040506060504" pitchFamily="66" charset="-79"/>
            </a:endParaRPr>
          </a:p>
        </p:txBody>
      </p:sp>
      <p:sp>
        <p:nvSpPr>
          <p:cNvPr id="4" name="Text 1"/>
          <p:cNvSpPr/>
          <p:nvPr/>
        </p:nvSpPr>
        <p:spPr>
          <a:xfrm>
            <a:off x="662940" y="2625470"/>
            <a:ext cx="7373477" cy="1148039"/>
          </a:xfrm>
          <a:prstGeom prst="rect">
            <a:avLst/>
          </a:prstGeom>
          <a:noFill/>
          <a:ln/>
        </p:spPr>
        <p:txBody>
          <a:bodyPr wrap="square" lIns="0" tIns="0" rIns="0" bIns="0" rtlCol="0" anchor="ctr"/>
          <a:lstStyle/>
          <a:p>
            <a:r>
              <a:rPr lang="en-PS" sz="3200" b="1" dirty="0">
                <a:solidFill>
                  <a:schemeClr val="bg1"/>
                </a:solidFill>
                <a:latin typeface="Times New Roman" panose="02020603050405020304" pitchFamily="18" charset="0"/>
                <a:cs typeface="Times New Roman" panose="02020603050405020304" pitchFamily="18" charset="0"/>
              </a:rPr>
              <a:t> A digital archive documenting human stories, photos, and videos from Gaza</a:t>
            </a:r>
            <a:r>
              <a:rPr lang="ar-SA" sz="3200" dirty="0">
                <a:solidFill>
                  <a:schemeClr val="bg1"/>
                </a:solidFill>
                <a:latin typeface="Times New Roman" panose="02020603050405020304" pitchFamily="18" charset="0"/>
                <a:cs typeface="Times New Roman" panose="02020603050405020304" pitchFamily="18" charset="0"/>
              </a:rPr>
              <a:t>.</a:t>
            </a:r>
            <a:endParaRPr lang="en-PS" sz="3200" dirty="0">
              <a:solidFill>
                <a:schemeClr val="bg1"/>
              </a:solidFill>
              <a:latin typeface="Times New Roman" panose="02020603050405020304" pitchFamily="18" charset="0"/>
              <a:cs typeface="Times New Roman" panose="02020603050405020304" pitchFamily="18" charset="0"/>
            </a:endParaRPr>
          </a:p>
        </p:txBody>
      </p:sp>
      <p:sp>
        <p:nvSpPr>
          <p:cNvPr id="5" name="Shape 2"/>
          <p:cNvSpPr/>
          <p:nvPr/>
        </p:nvSpPr>
        <p:spPr>
          <a:xfrm>
            <a:off x="2423804" y="2397010"/>
            <a:ext cx="2468880" cy="73152"/>
          </a:xfrm>
          <a:prstGeom prst="rect">
            <a:avLst/>
          </a:prstGeom>
          <a:solidFill>
            <a:srgbClr val="E63946"/>
          </a:solidFill>
          <a:ln w="12700">
            <a:solidFill>
              <a:srgbClr val="E63946"/>
            </a:solidFill>
            <a:prstDash val="solid"/>
          </a:ln>
        </p:spPr>
        <p:txBody>
          <a:bodyPr/>
          <a:lstStyle/>
          <a:p>
            <a:endParaRPr lang="en-PS"/>
          </a:p>
        </p:txBody>
      </p:sp>
      <p:sp>
        <p:nvSpPr>
          <p:cNvPr id="6" name="Text 3"/>
          <p:cNvSpPr/>
          <p:nvPr/>
        </p:nvSpPr>
        <p:spPr>
          <a:xfrm>
            <a:off x="731520" y="5440680"/>
            <a:ext cx="10789920" cy="384048"/>
          </a:xfrm>
          <a:prstGeom prst="rect">
            <a:avLst/>
          </a:prstGeom>
          <a:noFill/>
          <a:ln/>
        </p:spPr>
        <p:txBody>
          <a:bodyPr wrap="square" lIns="0" tIns="0" rIns="0" bIns="0" rtlCol="0" anchor="ctr"/>
          <a:lstStyle/>
          <a:p>
            <a:pPr marL="0" indent="0" algn="l" defTabSz="914400" rtl="0" eaLnBrk="1" latinLnBrk="0" hangingPunct="1">
              <a:buNone/>
            </a:pPr>
            <a:endParaRPr lang="en-US" sz="1800" dirty="0"/>
          </a:p>
        </p:txBody>
      </p:sp>
      <p:sp>
        <p:nvSpPr>
          <p:cNvPr id="7" name="Text 4"/>
          <p:cNvSpPr/>
          <p:nvPr/>
        </p:nvSpPr>
        <p:spPr>
          <a:xfrm>
            <a:off x="731520" y="5897880"/>
            <a:ext cx="10789920" cy="256032"/>
          </a:xfrm>
          <a:prstGeom prst="rect">
            <a:avLst/>
          </a:prstGeom>
          <a:noFill/>
          <a:ln/>
        </p:spPr>
        <p:txBody>
          <a:bodyPr wrap="square" lIns="0" tIns="0" rIns="0" bIns="0" rtlCol="0" anchor="ctr"/>
          <a:lstStyle/>
          <a:p>
            <a:pPr marL="0" indent="0" algn="r">
              <a:buNone/>
            </a:pPr>
            <a:r>
              <a:rPr lang="en-US" sz="1200" dirty="0">
                <a:solidFill>
                  <a:srgbClr val="AFAFAF"/>
                </a:solidFill>
              </a:rPr>
              <a:t>Graduation Project Presentation</a:t>
            </a:r>
            <a:endParaRPr lang="en-US" sz="1200" dirty="0"/>
          </a:p>
        </p:txBody>
      </p:sp>
      <p:sp>
        <p:nvSpPr>
          <p:cNvPr id="8" name="Text 5"/>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9" name="Text 6"/>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4000">
        <p14:vortex/>
        <p:sndAc>
          <p:stSnd>
            <p:snd r:embed="rId3" name="bomb.wav"/>
          </p:stSnd>
        </p:sndAc>
      </p:transition>
    </mc:Choice>
    <mc:Fallback>
      <p:transition spd="slow">
        <p:fade/>
        <p:sndAc>
          <p:stSnd>
            <p:snd r:embed="rId3"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0"/>
                                        <p:tgtEl>
                                          <p:spTgt spid="3"/>
                                        </p:tgtEl>
                                        <p:attrNameLst>
                                          <p:attrName>ppt_y</p:attrName>
                                        </p:attrNameLst>
                                      </p:cBhvr>
                                      <p:tavLst>
                                        <p:tav tm="0">
                                          <p:val>
                                            <p:strVal val="#ppt_y+#ppt_h*1.125000"/>
                                          </p:val>
                                        </p:tav>
                                        <p:tav tm="100000">
                                          <p:val>
                                            <p:strVal val="#ppt_y"/>
                                          </p:val>
                                        </p:tav>
                                      </p:tavLst>
                                    </p:anim>
                                    <p:animEffect transition="in" filter="wipe(up)">
                                      <p:cBhvr>
                                        <p:cTn id="8" dur="2000"/>
                                        <p:tgtEl>
                                          <p:spTgt spid="3"/>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up)">
                                      <p:cBhvr>
                                        <p:cTn id="12" dur="500"/>
                                        <p:tgtEl>
                                          <p:spTgt spid="5"/>
                                        </p:tgtEl>
                                      </p:cBhvr>
                                    </p:animEffect>
                                  </p:childTnLst>
                                </p:cTn>
                              </p:par>
                            </p:childTnLst>
                          </p:cTn>
                        </p:par>
                        <p:par>
                          <p:cTn id="13" fill="hold">
                            <p:stCondLst>
                              <p:cond delay="2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385238" y="477774"/>
            <a:ext cx="2178461" cy="37033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The content</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502920" y="848106"/>
            <a:ext cx="1943099" cy="112013"/>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7" name="Text 5">
            <a:hlinkClick r:id="rId4" action="ppaction://hlinksldjump"/>
          </p:cNvPr>
          <p:cNvSpPr/>
          <p:nvPr/>
        </p:nvSpPr>
        <p:spPr>
          <a:xfrm>
            <a:off x="731520" y="1417320"/>
            <a:ext cx="3429000" cy="868680"/>
          </a:xfrm>
          <a:prstGeom prst="rect">
            <a:avLst/>
          </a:prstGeom>
          <a:solidFill>
            <a:schemeClr val="bg1"/>
          </a:solidFill>
          <a:ln>
            <a:solidFill>
              <a:schemeClr val="tx1"/>
            </a:solidFill>
          </a:ln>
        </p:spPr>
        <p:style>
          <a:lnRef idx="1">
            <a:schemeClr val="accent3"/>
          </a:lnRef>
          <a:fillRef idx="2">
            <a:schemeClr val="accent3"/>
          </a:fillRef>
          <a:effectRef idx="1">
            <a:schemeClr val="accent3"/>
          </a:effectRef>
          <a:fontRef idx="minor">
            <a:schemeClr val="dk1"/>
          </a:fontRef>
        </p:style>
        <p:txBody>
          <a:bodyPr wrap="square" lIns="1778" tIns="1778" rIns="1778" bIns="1778" rtlCol="0" anchor="t">
            <a:normAutofit/>
          </a:bodyPr>
          <a:lstStyle/>
          <a:p>
            <a:pPr algn="ctr"/>
            <a:r>
              <a:rPr lang="en-US" sz="2800" b="1" dirty="0">
                <a:solidFill>
                  <a:schemeClr val="tx1"/>
                </a:solidFill>
                <a:latin typeface="Times New Roman" panose="02020603050405020304" pitchFamily="18" charset="0"/>
                <a:ea typeface="Arial" pitchFamily="34" charset="-122"/>
                <a:cs typeface="Times New Roman" panose="02020603050405020304" pitchFamily="18" charset="0"/>
                <a:hlinkClick r:id="rId4" action="ppaction://hlinksldjump"/>
              </a:rPr>
              <a:t> </a:t>
            </a:r>
            <a:r>
              <a:rPr lang="en-US" sz="2800" b="1" dirty="0">
                <a:solidFill>
                  <a:schemeClr val="tx1"/>
                </a:solidFill>
                <a:latin typeface="Times New Roman" panose="02020603050405020304" pitchFamily="18" charset="0"/>
                <a:ea typeface="Arial" pitchFamily="34" charset="-122"/>
                <a:cs typeface="Times New Roman" panose="02020603050405020304" pitchFamily="18" charset="0"/>
              </a:rPr>
              <a:t>1- The idea of the project</a:t>
            </a: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8" name="Text 6">
            <a:hlinkClick r:id="rId5" action="ppaction://hlinksldjump"/>
          </p:cNvPr>
          <p:cNvSpPr/>
          <p:nvPr/>
        </p:nvSpPr>
        <p:spPr>
          <a:xfrm>
            <a:off x="4480560" y="1417320"/>
            <a:ext cx="3429000" cy="86868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rgbClr val="B42632"/>
            </a:solidFill>
          </a:ln>
        </p:spPr>
        <p:style>
          <a:lnRef idx="0">
            <a:scrgbClr r="0" g="0" b="0"/>
          </a:lnRef>
          <a:fillRef idx="0">
            <a:scrgbClr r="0" g="0" b="0"/>
          </a:fillRef>
          <a:effectRef idx="0">
            <a:scrgbClr r="0" g="0" b="0"/>
          </a:effectRef>
          <a:fontRef idx="minor">
            <a:schemeClr val="lt1"/>
          </a:fontRef>
        </p:style>
        <p:txBody>
          <a:bodyPr wrap="square" lIns="1778" tIns="1778" rIns="1778" bIns="1778" rtlCol="0" anchor="t">
            <a:normAutofit fontScale="92500" lnSpcReduction="10000"/>
          </a:bodyPr>
          <a:lstStyle/>
          <a:p>
            <a:pPr algn="ctr"/>
            <a:r>
              <a:rPr lang="en-US" sz="3200" b="1" dirty="0">
                <a:solidFill>
                  <a:schemeClr val="bg1"/>
                </a:solidFill>
                <a:latin typeface="Times New Roman" panose="02020603050405020304" pitchFamily="18" charset="0"/>
                <a:cs typeface="Times New Roman" panose="02020603050405020304" pitchFamily="18" charset="0"/>
              </a:rPr>
              <a:t> 2- The purpose of the project</a:t>
            </a:r>
          </a:p>
        </p:txBody>
      </p:sp>
      <p:sp>
        <p:nvSpPr>
          <p:cNvPr id="9" name="Text 7">
            <a:hlinkClick r:id="rId6" action="ppaction://hlinksldjump"/>
          </p:cNvPr>
          <p:cNvSpPr/>
          <p:nvPr/>
        </p:nvSpPr>
        <p:spPr>
          <a:xfrm>
            <a:off x="8229600" y="1417320"/>
            <a:ext cx="3429000" cy="868680"/>
          </a:xfrm>
          <a:prstGeom prst="rect">
            <a:avLst/>
          </a:prstGeom>
          <a:solidFill>
            <a:srgbClr val="B42632"/>
          </a:solidFill>
          <a:ln>
            <a:solidFill>
              <a:schemeClr val="bg1"/>
            </a:solidFill>
          </a:ln>
        </p:spPr>
        <p:style>
          <a:lnRef idx="0">
            <a:scrgbClr r="0" g="0" b="0"/>
          </a:lnRef>
          <a:fillRef idx="0">
            <a:scrgbClr r="0" g="0" b="0"/>
          </a:fillRef>
          <a:effectRef idx="0">
            <a:scrgbClr r="0" g="0" b="0"/>
          </a:effectRef>
          <a:fontRef idx="minor">
            <a:schemeClr val="lt1"/>
          </a:fontRef>
        </p:style>
        <p:txBody>
          <a:bodyPr wrap="square" lIns="1778" tIns="1778" rIns="1778" bIns="1778" rtlCol="0" anchor="t">
            <a:norm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 3- The scope</a:t>
            </a:r>
          </a:p>
        </p:txBody>
      </p:sp>
      <p:sp>
        <p:nvSpPr>
          <p:cNvPr id="10" name="Text 8">
            <a:hlinkClick r:id="rId7" action="ppaction://hlinksldjump"/>
          </p:cNvPr>
          <p:cNvSpPr/>
          <p:nvPr/>
        </p:nvSpPr>
        <p:spPr>
          <a:xfrm>
            <a:off x="731520" y="2743200"/>
            <a:ext cx="3429000" cy="86868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rgbClr val="B42632"/>
            </a:solidFill>
          </a:ln>
        </p:spPr>
        <p:style>
          <a:lnRef idx="0">
            <a:scrgbClr r="0" g="0" b="0"/>
          </a:lnRef>
          <a:fillRef idx="0">
            <a:scrgbClr r="0" g="0" b="0"/>
          </a:fillRef>
          <a:effectRef idx="0">
            <a:scrgbClr r="0" g="0" b="0"/>
          </a:effectRef>
          <a:fontRef idx="minor">
            <a:schemeClr val="lt1"/>
          </a:fontRef>
        </p:style>
        <p:txBody>
          <a:bodyPr wrap="square" lIns="1778" tIns="1778" rIns="1778" bIns="1778" rtlCol="0" anchor="t">
            <a:normAutofit/>
          </a:bodyPr>
          <a:lstStyle/>
          <a:p>
            <a:pPr marL="0" indent="0" algn="ctr">
              <a:buNone/>
            </a:pPr>
            <a:r>
              <a:rPr lang="en-US" sz="2800" b="1" dirty="0">
                <a:solidFill>
                  <a:schemeClr val="bg1"/>
                </a:solidFill>
                <a:latin typeface="Times New Roman" panose="02020603050405020304" pitchFamily="18" charset="0"/>
                <a:ea typeface="Arial" pitchFamily="34" charset="-122"/>
                <a:cs typeface="Times New Roman" panose="02020603050405020304" pitchFamily="18" charset="0"/>
              </a:rPr>
              <a:t> 4- Waterfall Methodology</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1" name="Text 9">
            <a:hlinkClick r:id="rId8" action="ppaction://hlinksldjump"/>
          </p:cNvPr>
          <p:cNvSpPr/>
          <p:nvPr/>
        </p:nvSpPr>
        <p:spPr>
          <a:xfrm>
            <a:off x="4480560" y="2743200"/>
            <a:ext cx="3429000" cy="868680"/>
          </a:xfrm>
          <a:prstGeom prst="rect">
            <a:avLst/>
          </a:prstGeom>
          <a:solidFill>
            <a:schemeClr val="bg1">
              <a:alpha val="96000"/>
            </a:schemeClr>
          </a:solidFill>
          <a:ln w="13970">
            <a:solidFill>
              <a:schemeClr val="tx1">
                <a:alpha val="70000"/>
              </a:schemeClr>
            </a:solidFill>
          </a:ln>
        </p:spPr>
        <p:txBody>
          <a:bodyPr wrap="square" lIns="1778" tIns="1778" rIns="1778" bIns="1778" rtlCol="0" anchor="t">
            <a:normAutofit/>
          </a:bodyPr>
          <a:lstStyle/>
          <a:p>
            <a:pPr marL="0" indent="0" algn="ctr">
              <a:buNone/>
            </a:pPr>
            <a:r>
              <a:rPr lang="en-US" sz="3600" b="1" dirty="0">
                <a:latin typeface="Times New Roman" panose="02020603050405020304" pitchFamily="18" charset="0"/>
                <a:ea typeface="Arial" pitchFamily="34" charset="-122"/>
                <a:cs typeface="Times New Roman" panose="02020603050405020304" pitchFamily="18" charset="0"/>
              </a:rPr>
              <a:t> 5- How its work</a:t>
            </a:r>
            <a:endParaRPr lang="en-US" sz="3600" b="1" dirty="0">
              <a:latin typeface="Times New Roman" panose="02020603050405020304" pitchFamily="18" charset="0"/>
              <a:cs typeface="Times New Roman" panose="02020603050405020304" pitchFamily="18" charset="0"/>
            </a:endParaRPr>
          </a:p>
        </p:txBody>
      </p:sp>
      <p:sp>
        <p:nvSpPr>
          <p:cNvPr id="12" name="Text 10">
            <a:hlinkClick r:id="rId9" action="ppaction://hlinksldjump"/>
          </p:cNvPr>
          <p:cNvSpPr/>
          <p:nvPr/>
        </p:nvSpPr>
        <p:spPr>
          <a:xfrm>
            <a:off x="8229600" y="2743200"/>
            <a:ext cx="3429000" cy="86868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rgbClr val="B42632"/>
            </a:solidFill>
          </a:ln>
        </p:spPr>
        <p:style>
          <a:lnRef idx="0">
            <a:scrgbClr r="0" g="0" b="0"/>
          </a:lnRef>
          <a:fillRef idx="0">
            <a:scrgbClr r="0" g="0" b="0"/>
          </a:fillRef>
          <a:effectRef idx="0">
            <a:scrgbClr r="0" g="0" b="0"/>
          </a:effectRef>
          <a:fontRef idx="minor">
            <a:schemeClr val="lt1"/>
          </a:fontRef>
        </p:style>
        <p:txBody>
          <a:bodyPr wrap="square" lIns="1778" tIns="1778" rIns="1778" bIns="1778" rtlCol="0" anchor="t">
            <a:normAutofit fontScale="92500"/>
          </a:bodyPr>
          <a:lstStyle/>
          <a:p>
            <a:pPr marL="0" indent="0" algn="ctr">
              <a:buNone/>
            </a:pPr>
            <a:r>
              <a:rPr lang="en-US" sz="3600" b="1" dirty="0">
                <a:solidFill>
                  <a:schemeClr val="bg1"/>
                </a:solidFill>
                <a:latin typeface="Times New Roman" panose="02020603050405020304" pitchFamily="18" charset="0"/>
                <a:ea typeface="Arial" pitchFamily="34" charset="-122"/>
                <a:cs typeface="Times New Roman" panose="02020603050405020304" pitchFamily="18" charset="0"/>
              </a:rPr>
              <a:t> 6- Related Works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13" name="Text 11">
            <a:hlinkClick r:id="rId10" action="ppaction://hlinksldjump"/>
          </p:cNvPr>
          <p:cNvSpPr/>
          <p:nvPr/>
        </p:nvSpPr>
        <p:spPr>
          <a:xfrm>
            <a:off x="731520" y="4069080"/>
            <a:ext cx="3429000" cy="868680"/>
          </a:xfrm>
          <a:prstGeom prst="rect">
            <a:avLst/>
          </a:prstGeom>
          <a:solidFill>
            <a:srgbClr val="B42632"/>
          </a:solidFill>
          <a:ln>
            <a:solidFill>
              <a:schemeClr val="bg1"/>
            </a:solidFill>
          </a:ln>
        </p:spPr>
        <p:style>
          <a:lnRef idx="0">
            <a:scrgbClr r="0" g="0" b="0"/>
          </a:lnRef>
          <a:fillRef idx="0">
            <a:scrgbClr r="0" g="0" b="0"/>
          </a:fillRef>
          <a:effectRef idx="0">
            <a:scrgbClr r="0" g="0" b="0"/>
          </a:effectRef>
          <a:fontRef idx="minor">
            <a:schemeClr val="lt1"/>
          </a:fontRef>
        </p:style>
        <p:txBody>
          <a:bodyPr wrap="square" lIns="1778" tIns="1778" rIns="1778" bIns="1778" rtlCol="0" anchor="t">
            <a:normAutofit/>
          </a:bodyPr>
          <a:lstStyle/>
          <a:p>
            <a:pPr marL="0" indent="0" algn="ctr">
              <a:buNone/>
            </a:pPr>
            <a:r>
              <a:rPr lang="en-US" sz="2800" b="1" dirty="0">
                <a:solidFill>
                  <a:schemeClr val="bg1"/>
                </a:solidFill>
                <a:latin typeface="Times New Roman" panose="02020603050405020304" pitchFamily="18" charset="0"/>
                <a:ea typeface="Arial" pitchFamily="34" charset="-122"/>
                <a:cs typeface="Times New Roman" panose="02020603050405020304" pitchFamily="18" charset="0"/>
              </a:rPr>
              <a:t>7- Comparisons Table</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4" name="Text 12">
            <a:hlinkClick r:id="rId11" action="ppaction://hlinksldjump"/>
          </p:cNvPr>
          <p:cNvSpPr/>
          <p:nvPr/>
        </p:nvSpPr>
        <p:spPr>
          <a:xfrm>
            <a:off x="4480560" y="4069080"/>
            <a:ext cx="3429000" cy="86868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solidFill>
              <a:srgbClr val="B42632"/>
            </a:solidFill>
          </a:ln>
        </p:spPr>
        <p:style>
          <a:lnRef idx="0">
            <a:scrgbClr r="0" g="0" b="0"/>
          </a:lnRef>
          <a:fillRef idx="0">
            <a:scrgbClr r="0" g="0" b="0"/>
          </a:fillRef>
          <a:effectRef idx="0">
            <a:scrgbClr r="0" g="0" b="0"/>
          </a:effectRef>
          <a:fontRef idx="minor">
            <a:schemeClr val="lt1"/>
          </a:fontRef>
        </p:style>
        <p:txBody>
          <a:bodyPr wrap="square" lIns="1778" tIns="1778" rIns="1778" bIns="1778" rtlCol="0" anchor="t">
            <a:normAutofit fontScale="92500" lnSpcReduction="10000"/>
          </a:bodyPr>
          <a:lstStyle/>
          <a:p>
            <a:pPr algn="ctr"/>
            <a:r>
              <a:rPr lang="en-US" sz="3200" b="1" dirty="0">
                <a:solidFill>
                  <a:schemeClr val="bg1"/>
                </a:solidFill>
                <a:latin typeface="Times New Roman" panose="02020603050405020304" pitchFamily="18" charset="0"/>
                <a:ea typeface="Arial" pitchFamily="34" charset="-122"/>
                <a:cs typeface="Times New Roman" panose="02020603050405020304" pitchFamily="18" charset="0"/>
              </a:rPr>
              <a:t> 8- Technologies and Implementation</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15" name="Text 13">
            <a:hlinkClick r:id="rId12" action="ppaction://hlinksldjump"/>
          </p:cNvPr>
          <p:cNvSpPr/>
          <p:nvPr/>
        </p:nvSpPr>
        <p:spPr>
          <a:xfrm>
            <a:off x="8229600" y="4069080"/>
            <a:ext cx="3429000" cy="868680"/>
          </a:xfrm>
          <a:prstGeom prst="rect">
            <a:avLst/>
          </a:prstGeom>
          <a:solidFill>
            <a:schemeClr val="bg1"/>
          </a:solidFill>
          <a:ln>
            <a:solidFill>
              <a:schemeClr val="tx1"/>
            </a:solidFill>
          </a:ln>
        </p:spPr>
        <p:style>
          <a:lnRef idx="1">
            <a:schemeClr val="accent3"/>
          </a:lnRef>
          <a:fillRef idx="2">
            <a:schemeClr val="accent3"/>
          </a:fillRef>
          <a:effectRef idx="1">
            <a:schemeClr val="accent3"/>
          </a:effectRef>
          <a:fontRef idx="minor">
            <a:schemeClr val="dk1"/>
          </a:fontRef>
        </p:style>
        <p:txBody>
          <a:bodyPr wrap="square" lIns="1778" tIns="1778" rIns="1778" bIns="1778" rtlCol="0" anchor="t">
            <a:normAutofit fontScale="92500" lnSpcReduction="10000"/>
          </a:bodyPr>
          <a:lstStyle/>
          <a:p>
            <a:pPr algn="ctr"/>
            <a:r>
              <a:rPr lang="en-US" sz="3200" b="1" dirty="0">
                <a:latin typeface="Times New Roman" panose="02020603050405020304" pitchFamily="18" charset="0"/>
                <a:ea typeface="Arial" pitchFamily="34" charset="-122"/>
                <a:cs typeface="Times New Roman" panose="02020603050405020304" pitchFamily="18" charset="0"/>
              </a:rPr>
              <a:t> 9- Testing and future development</a:t>
            </a:r>
            <a:endParaRPr lang="en-US" sz="32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7866835-91F6-E7F3-08EC-114073AB1139}"/>
              </a:ext>
            </a:extLst>
          </p:cNvPr>
          <p:cNvSpPr txBox="1"/>
          <p:nvPr/>
        </p:nvSpPr>
        <p:spPr>
          <a:xfrm>
            <a:off x="9739745" y="7204364"/>
            <a:ext cx="184731" cy="369332"/>
          </a:xfrm>
          <a:prstGeom prst="rect">
            <a:avLst/>
          </a:prstGeom>
          <a:noFill/>
        </p:spPr>
        <p:txBody>
          <a:bodyPr wrap="none" rtlCol="0">
            <a:spAutoFit/>
          </a:bodyPr>
          <a:lstStyle/>
          <a:p>
            <a:endParaRPr lang="en-P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5000">
        <p15:prstTrans prst="curtains"/>
        <p:sndAc>
          <p:stSnd>
            <p:snd r:embed="rId3" name="hammer.wav"/>
          </p:stSnd>
        </p:sndAc>
      </p:transition>
    </mc:Choice>
    <mc:Fallback>
      <p:transition spd="slow">
        <p:fade/>
        <p:sndAc>
          <p:stSnd>
            <p:snd r:embed="rId3"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6"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80">
                                          <p:stCondLst>
                                            <p:cond delay="0"/>
                                          </p:stCondLst>
                                        </p:cTn>
                                        <p:tgtEl>
                                          <p:spTgt spid="7"/>
                                        </p:tgtEl>
                                      </p:cBhvr>
                                    </p:animEffect>
                                    <p:anim calcmode="lin" valueType="num">
                                      <p:cBhvr>
                                        <p:cTn id="19"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4" dur="26">
                                          <p:stCondLst>
                                            <p:cond delay="650"/>
                                          </p:stCondLst>
                                        </p:cTn>
                                        <p:tgtEl>
                                          <p:spTgt spid="7"/>
                                        </p:tgtEl>
                                      </p:cBhvr>
                                      <p:to x="100000" y="60000"/>
                                    </p:animScale>
                                    <p:animScale>
                                      <p:cBhvr>
                                        <p:cTn id="25" dur="166" decel="50000">
                                          <p:stCondLst>
                                            <p:cond delay="676"/>
                                          </p:stCondLst>
                                        </p:cTn>
                                        <p:tgtEl>
                                          <p:spTgt spid="7"/>
                                        </p:tgtEl>
                                      </p:cBhvr>
                                      <p:to x="100000" y="100000"/>
                                    </p:animScale>
                                    <p:animScale>
                                      <p:cBhvr>
                                        <p:cTn id="26" dur="26">
                                          <p:stCondLst>
                                            <p:cond delay="1312"/>
                                          </p:stCondLst>
                                        </p:cTn>
                                        <p:tgtEl>
                                          <p:spTgt spid="7"/>
                                        </p:tgtEl>
                                      </p:cBhvr>
                                      <p:to x="100000" y="80000"/>
                                    </p:animScale>
                                    <p:animScale>
                                      <p:cBhvr>
                                        <p:cTn id="27" dur="166" decel="50000">
                                          <p:stCondLst>
                                            <p:cond delay="1338"/>
                                          </p:stCondLst>
                                        </p:cTn>
                                        <p:tgtEl>
                                          <p:spTgt spid="7"/>
                                        </p:tgtEl>
                                      </p:cBhvr>
                                      <p:to x="100000" y="100000"/>
                                    </p:animScale>
                                    <p:animScale>
                                      <p:cBhvr>
                                        <p:cTn id="28" dur="26">
                                          <p:stCondLst>
                                            <p:cond delay="1642"/>
                                          </p:stCondLst>
                                        </p:cTn>
                                        <p:tgtEl>
                                          <p:spTgt spid="7"/>
                                        </p:tgtEl>
                                      </p:cBhvr>
                                      <p:to x="100000" y="90000"/>
                                    </p:animScale>
                                    <p:animScale>
                                      <p:cBhvr>
                                        <p:cTn id="29" dur="166" decel="50000">
                                          <p:stCondLst>
                                            <p:cond delay="1668"/>
                                          </p:stCondLst>
                                        </p:cTn>
                                        <p:tgtEl>
                                          <p:spTgt spid="7"/>
                                        </p:tgtEl>
                                      </p:cBhvr>
                                      <p:to x="100000" y="100000"/>
                                    </p:animScale>
                                    <p:animScale>
                                      <p:cBhvr>
                                        <p:cTn id="30" dur="26">
                                          <p:stCondLst>
                                            <p:cond delay="1808"/>
                                          </p:stCondLst>
                                        </p:cTn>
                                        <p:tgtEl>
                                          <p:spTgt spid="7"/>
                                        </p:tgtEl>
                                      </p:cBhvr>
                                      <p:to x="100000" y="95000"/>
                                    </p:animScale>
                                    <p:animScale>
                                      <p:cBhvr>
                                        <p:cTn id="31" dur="166" decel="50000">
                                          <p:stCondLst>
                                            <p:cond delay="1834"/>
                                          </p:stCondLst>
                                        </p:cTn>
                                        <p:tgtEl>
                                          <p:spTgt spid="7"/>
                                        </p:tgtEl>
                                      </p:cBhvr>
                                      <p:to x="100000" y="100000"/>
                                    </p:animScale>
                                  </p:childTnLst>
                                </p:cTn>
                              </p:par>
                            </p:childTnLst>
                          </p:cTn>
                        </p:par>
                        <p:par>
                          <p:cTn id="32" fill="hold">
                            <p:stCondLst>
                              <p:cond delay="4000"/>
                            </p:stCondLst>
                            <p:childTnLst>
                              <p:par>
                                <p:cTn id="33" presetID="26"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80">
                                          <p:stCondLst>
                                            <p:cond delay="0"/>
                                          </p:stCondLst>
                                        </p:cTn>
                                        <p:tgtEl>
                                          <p:spTgt spid="8"/>
                                        </p:tgtEl>
                                      </p:cBhvr>
                                    </p:animEffect>
                                    <p:anim calcmode="lin" valueType="num">
                                      <p:cBhvr>
                                        <p:cTn id="3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1" dur="26">
                                          <p:stCondLst>
                                            <p:cond delay="650"/>
                                          </p:stCondLst>
                                        </p:cTn>
                                        <p:tgtEl>
                                          <p:spTgt spid="8"/>
                                        </p:tgtEl>
                                      </p:cBhvr>
                                      <p:to x="100000" y="60000"/>
                                    </p:animScale>
                                    <p:animScale>
                                      <p:cBhvr>
                                        <p:cTn id="42" dur="166" decel="50000">
                                          <p:stCondLst>
                                            <p:cond delay="676"/>
                                          </p:stCondLst>
                                        </p:cTn>
                                        <p:tgtEl>
                                          <p:spTgt spid="8"/>
                                        </p:tgtEl>
                                      </p:cBhvr>
                                      <p:to x="100000" y="100000"/>
                                    </p:animScale>
                                    <p:animScale>
                                      <p:cBhvr>
                                        <p:cTn id="43" dur="26">
                                          <p:stCondLst>
                                            <p:cond delay="1312"/>
                                          </p:stCondLst>
                                        </p:cTn>
                                        <p:tgtEl>
                                          <p:spTgt spid="8"/>
                                        </p:tgtEl>
                                      </p:cBhvr>
                                      <p:to x="100000" y="80000"/>
                                    </p:animScale>
                                    <p:animScale>
                                      <p:cBhvr>
                                        <p:cTn id="44" dur="166" decel="50000">
                                          <p:stCondLst>
                                            <p:cond delay="1338"/>
                                          </p:stCondLst>
                                        </p:cTn>
                                        <p:tgtEl>
                                          <p:spTgt spid="8"/>
                                        </p:tgtEl>
                                      </p:cBhvr>
                                      <p:to x="100000" y="100000"/>
                                    </p:animScale>
                                    <p:animScale>
                                      <p:cBhvr>
                                        <p:cTn id="45" dur="26">
                                          <p:stCondLst>
                                            <p:cond delay="1642"/>
                                          </p:stCondLst>
                                        </p:cTn>
                                        <p:tgtEl>
                                          <p:spTgt spid="8"/>
                                        </p:tgtEl>
                                      </p:cBhvr>
                                      <p:to x="100000" y="90000"/>
                                    </p:animScale>
                                    <p:animScale>
                                      <p:cBhvr>
                                        <p:cTn id="46" dur="166" decel="50000">
                                          <p:stCondLst>
                                            <p:cond delay="1668"/>
                                          </p:stCondLst>
                                        </p:cTn>
                                        <p:tgtEl>
                                          <p:spTgt spid="8"/>
                                        </p:tgtEl>
                                      </p:cBhvr>
                                      <p:to x="100000" y="100000"/>
                                    </p:animScale>
                                    <p:animScale>
                                      <p:cBhvr>
                                        <p:cTn id="47" dur="26">
                                          <p:stCondLst>
                                            <p:cond delay="1808"/>
                                          </p:stCondLst>
                                        </p:cTn>
                                        <p:tgtEl>
                                          <p:spTgt spid="8"/>
                                        </p:tgtEl>
                                      </p:cBhvr>
                                      <p:to x="100000" y="95000"/>
                                    </p:animScale>
                                    <p:animScale>
                                      <p:cBhvr>
                                        <p:cTn id="48" dur="166" decel="50000">
                                          <p:stCondLst>
                                            <p:cond delay="1834"/>
                                          </p:stCondLst>
                                        </p:cTn>
                                        <p:tgtEl>
                                          <p:spTgt spid="8"/>
                                        </p:tgtEl>
                                      </p:cBhvr>
                                      <p:to x="100000" y="100000"/>
                                    </p:animScale>
                                  </p:childTnLst>
                                </p:cTn>
                              </p:par>
                            </p:childTnLst>
                          </p:cTn>
                        </p:par>
                        <p:par>
                          <p:cTn id="49" fill="hold">
                            <p:stCondLst>
                              <p:cond delay="6000"/>
                            </p:stCondLst>
                            <p:childTnLst>
                              <p:par>
                                <p:cTn id="50" presetID="26" presetClass="entr" presetSubtype="0"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down)">
                                      <p:cBhvr>
                                        <p:cTn id="52" dur="580">
                                          <p:stCondLst>
                                            <p:cond delay="0"/>
                                          </p:stCondLst>
                                        </p:cTn>
                                        <p:tgtEl>
                                          <p:spTgt spid="9"/>
                                        </p:tgtEl>
                                      </p:cBhvr>
                                    </p:animEffect>
                                    <p:anim calcmode="lin" valueType="num">
                                      <p:cBhvr>
                                        <p:cTn id="53"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58" dur="26">
                                          <p:stCondLst>
                                            <p:cond delay="650"/>
                                          </p:stCondLst>
                                        </p:cTn>
                                        <p:tgtEl>
                                          <p:spTgt spid="9"/>
                                        </p:tgtEl>
                                      </p:cBhvr>
                                      <p:to x="100000" y="60000"/>
                                    </p:animScale>
                                    <p:animScale>
                                      <p:cBhvr>
                                        <p:cTn id="59" dur="166" decel="50000">
                                          <p:stCondLst>
                                            <p:cond delay="676"/>
                                          </p:stCondLst>
                                        </p:cTn>
                                        <p:tgtEl>
                                          <p:spTgt spid="9"/>
                                        </p:tgtEl>
                                      </p:cBhvr>
                                      <p:to x="100000" y="100000"/>
                                    </p:animScale>
                                    <p:animScale>
                                      <p:cBhvr>
                                        <p:cTn id="60" dur="26">
                                          <p:stCondLst>
                                            <p:cond delay="1312"/>
                                          </p:stCondLst>
                                        </p:cTn>
                                        <p:tgtEl>
                                          <p:spTgt spid="9"/>
                                        </p:tgtEl>
                                      </p:cBhvr>
                                      <p:to x="100000" y="80000"/>
                                    </p:animScale>
                                    <p:animScale>
                                      <p:cBhvr>
                                        <p:cTn id="61" dur="166" decel="50000">
                                          <p:stCondLst>
                                            <p:cond delay="1338"/>
                                          </p:stCondLst>
                                        </p:cTn>
                                        <p:tgtEl>
                                          <p:spTgt spid="9"/>
                                        </p:tgtEl>
                                      </p:cBhvr>
                                      <p:to x="100000" y="100000"/>
                                    </p:animScale>
                                    <p:animScale>
                                      <p:cBhvr>
                                        <p:cTn id="62" dur="26">
                                          <p:stCondLst>
                                            <p:cond delay="1642"/>
                                          </p:stCondLst>
                                        </p:cTn>
                                        <p:tgtEl>
                                          <p:spTgt spid="9"/>
                                        </p:tgtEl>
                                      </p:cBhvr>
                                      <p:to x="100000" y="90000"/>
                                    </p:animScale>
                                    <p:animScale>
                                      <p:cBhvr>
                                        <p:cTn id="63" dur="166" decel="50000">
                                          <p:stCondLst>
                                            <p:cond delay="1668"/>
                                          </p:stCondLst>
                                        </p:cTn>
                                        <p:tgtEl>
                                          <p:spTgt spid="9"/>
                                        </p:tgtEl>
                                      </p:cBhvr>
                                      <p:to x="100000" y="100000"/>
                                    </p:animScale>
                                    <p:animScale>
                                      <p:cBhvr>
                                        <p:cTn id="64" dur="26">
                                          <p:stCondLst>
                                            <p:cond delay="1808"/>
                                          </p:stCondLst>
                                        </p:cTn>
                                        <p:tgtEl>
                                          <p:spTgt spid="9"/>
                                        </p:tgtEl>
                                      </p:cBhvr>
                                      <p:to x="100000" y="95000"/>
                                    </p:animScale>
                                    <p:animScale>
                                      <p:cBhvr>
                                        <p:cTn id="65" dur="166" decel="50000">
                                          <p:stCondLst>
                                            <p:cond delay="1834"/>
                                          </p:stCondLst>
                                        </p:cTn>
                                        <p:tgtEl>
                                          <p:spTgt spid="9"/>
                                        </p:tgtEl>
                                      </p:cBhvr>
                                      <p:to x="100000" y="100000"/>
                                    </p:animScale>
                                  </p:childTnLst>
                                </p:cTn>
                              </p:par>
                            </p:childTnLst>
                          </p:cTn>
                        </p:par>
                        <p:par>
                          <p:cTn id="66" fill="hold">
                            <p:stCondLst>
                              <p:cond delay="8000"/>
                            </p:stCondLst>
                            <p:childTnLst>
                              <p:par>
                                <p:cTn id="67" presetID="26" presetClass="entr" presetSubtype="0" fill="hold" grpId="0" nodeType="after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down)">
                                      <p:cBhvr>
                                        <p:cTn id="69" dur="580">
                                          <p:stCondLst>
                                            <p:cond delay="0"/>
                                          </p:stCondLst>
                                        </p:cTn>
                                        <p:tgtEl>
                                          <p:spTgt spid="10"/>
                                        </p:tgtEl>
                                      </p:cBhvr>
                                    </p:animEffect>
                                    <p:anim calcmode="lin" valueType="num">
                                      <p:cBhvr>
                                        <p:cTn id="70"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75" dur="26">
                                          <p:stCondLst>
                                            <p:cond delay="650"/>
                                          </p:stCondLst>
                                        </p:cTn>
                                        <p:tgtEl>
                                          <p:spTgt spid="10"/>
                                        </p:tgtEl>
                                      </p:cBhvr>
                                      <p:to x="100000" y="60000"/>
                                    </p:animScale>
                                    <p:animScale>
                                      <p:cBhvr>
                                        <p:cTn id="76" dur="166" decel="50000">
                                          <p:stCondLst>
                                            <p:cond delay="676"/>
                                          </p:stCondLst>
                                        </p:cTn>
                                        <p:tgtEl>
                                          <p:spTgt spid="10"/>
                                        </p:tgtEl>
                                      </p:cBhvr>
                                      <p:to x="100000" y="100000"/>
                                    </p:animScale>
                                    <p:animScale>
                                      <p:cBhvr>
                                        <p:cTn id="77" dur="26">
                                          <p:stCondLst>
                                            <p:cond delay="1312"/>
                                          </p:stCondLst>
                                        </p:cTn>
                                        <p:tgtEl>
                                          <p:spTgt spid="10"/>
                                        </p:tgtEl>
                                      </p:cBhvr>
                                      <p:to x="100000" y="80000"/>
                                    </p:animScale>
                                    <p:animScale>
                                      <p:cBhvr>
                                        <p:cTn id="78" dur="166" decel="50000">
                                          <p:stCondLst>
                                            <p:cond delay="1338"/>
                                          </p:stCondLst>
                                        </p:cTn>
                                        <p:tgtEl>
                                          <p:spTgt spid="10"/>
                                        </p:tgtEl>
                                      </p:cBhvr>
                                      <p:to x="100000" y="100000"/>
                                    </p:animScale>
                                    <p:animScale>
                                      <p:cBhvr>
                                        <p:cTn id="79" dur="26">
                                          <p:stCondLst>
                                            <p:cond delay="1642"/>
                                          </p:stCondLst>
                                        </p:cTn>
                                        <p:tgtEl>
                                          <p:spTgt spid="10"/>
                                        </p:tgtEl>
                                      </p:cBhvr>
                                      <p:to x="100000" y="90000"/>
                                    </p:animScale>
                                    <p:animScale>
                                      <p:cBhvr>
                                        <p:cTn id="80" dur="166" decel="50000">
                                          <p:stCondLst>
                                            <p:cond delay="1668"/>
                                          </p:stCondLst>
                                        </p:cTn>
                                        <p:tgtEl>
                                          <p:spTgt spid="10"/>
                                        </p:tgtEl>
                                      </p:cBhvr>
                                      <p:to x="100000" y="100000"/>
                                    </p:animScale>
                                    <p:animScale>
                                      <p:cBhvr>
                                        <p:cTn id="81" dur="26">
                                          <p:stCondLst>
                                            <p:cond delay="1808"/>
                                          </p:stCondLst>
                                        </p:cTn>
                                        <p:tgtEl>
                                          <p:spTgt spid="10"/>
                                        </p:tgtEl>
                                      </p:cBhvr>
                                      <p:to x="100000" y="95000"/>
                                    </p:animScale>
                                    <p:animScale>
                                      <p:cBhvr>
                                        <p:cTn id="82" dur="166" decel="50000">
                                          <p:stCondLst>
                                            <p:cond delay="1834"/>
                                          </p:stCondLst>
                                        </p:cTn>
                                        <p:tgtEl>
                                          <p:spTgt spid="10"/>
                                        </p:tgtEl>
                                      </p:cBhvr>
                                      <p:to x="100000" y="100000"/>
                                    </p:animScale>
                                  </p:childTnLst>
                                </p:cTn>
                              </p:par>
                            </p:childTnLst>
                          </p:cTn>
                        </p:par>
                        <p:par>
                          <p:cTn id="83" fill="hold">
                            <p:stCondLst>
                              <p:cond delay="10000"/>
                            </p:stCondLst>
                            <p:childTnLst>
                              <p:par>
                                <p:cTn id="84" presetID="26" presetClass="entr" presetSubtype="0" fill="hold" grpId="0" nodeType="afterEffect">
                                  <p:stCondLst>
                                    <p:cond delay="0"/>
                                  </p:stCondLst>
                                  <p:childTnLst>
                                    <p:set>
                                      <p:cBhvr>
                                        <p:cTn id="85" dur="1" fill="hold">
                                          <p:stCondLst>
                                            <p:cond delay="0"/>
                                          </p:stCondLst>
                                        </p:cTn>
                                        <p:tgtEl>
                                          <p:spTgt spid="11"/>
                                        </p:tgtEl>
                                        <p:attrNameLst>
                                          <p:attrName>style.visibility</p:attrName>
                                        </p:attrNameLst>
                                      </p:cBhvr>
                                      <p:to>
                                        <p:strVal val="visible"/>
                                      </p:to>
                                    </p:set>
                                    <p:animEffect transition="in" filter="wipe(down)">
                                      <p:cBhvr>
                                        <p:cTn id="86" dur="580">
                                          <p:stCondLst>
                                            <p:cond delay="0"/>
                                          </p:stCondLst>
                                        </p:cTn>
                                        <p:tgtEl>
                                          <p:spTgt spid="11"/>
                                        </p:tgtEl>
                                      </p:cBhvr>
                                    </p:animEffect>
                                    <p:anim calcmode="lin" valueType="num">
                                      <p:cBhvr>
                                        <p:cTn id="87"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88"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89"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90"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1"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2" dur="26">
                                          <p:stCondLst>
                                            <p:cond delay="650"/>
                                          </p:stCondLst>
                                        </p:cTn>
                                        <p:tgtEl>
                                          <p:spTgt spid="11"/>
                                        </p:tgtEl>
                                      </p:cBhvr>
                                      <p:to x="100000" y="60000"/>
                                    </p:animScale>
                                    <p:animScale>
                                      <p:cBhvr>
                                        <p:cTn id="93" dur="166" decel="50000">
                                          <p:stCondLst>
                                            <p:cond delay="676"/>
                                          </p:stCondLst>
                                        </p:cTn>
                                        <p:tgtEl>
                                          <p:spTgt spid="11"/>
                                        </p:tgtEl>
                                      </p:cBhvr>
                                      <p:to x="100000" y="100000"/>
                                    </p:animScale>
                                    <p:animScale>
                                      <p:cBhvr>
                                        <p:cTn id="94" dur="26">
                                          <p:stCondLst>
                                            <p:cond delay="1312"/>
                                          </p:stCondLst>
                                        </p:cTn>
                                        <p:tgtEl>
                                          <p:spTgt spid="11"/>
                                        </p:tgtEl>
                                      </p:cBhvr>
                                      <p:to x="100000" y="80000"/>
                                    </p:animScale>
                                    <p:animScale>
                                      <p:cBhvr>
                                        <p:cTn id="95" dur="166" decel="50000">
                                          <p:stCondLst>
                                            <p:cond delay="1338"/>
                                          </p:stCondLst>
                                        </p:cTn>
                                        <p:tgtEl>
                                          <p:spTgt spid="11"/>
                                        </p:tgtEl>
                                      </p:cBhvr>
                                      <p:to x="100000" y="100000"/>
                                    </p:animScale>
                                    <p:animScale>
                                      <p:cBhvr>
                                        <p:cTn id="96" dur="26">
                                          <p:stCondLst>
                                            <p:cond delay="1642"/>
                                          </p:stCondLst>
                                        </p:cTn>
                                        <p:tgtEl>
                                          <p:spTgt spid="11"/>
                                        </p:tgtEl>
                                      </p:cBhvr>
                                      <p:to x="100000" y="90000"/>
                                    </p:animScale>
                                    <p:animScale>
                                      <p:cBhvr>
                                        <p:cTn id="97" dur="166" decel="50000">
                                          <p:stCondLst>
                                            <p:cond delay="1668"/>
                                          </p:stCondLst>
                                        </p:cTn>
                                        <p:tgtEl>
                                          <p:spTgt spid="11"/>
                                        </p:tgtEl>
                                      </p:cBhvr>
                                      <p:to x="100000" y="100000"/>
                                    </p:animScale>
                                    <p:animScale>
                                      <p:cBhvr>
                                        <p:cTn id="98" dur="26">
                                          <p:stCondLst>
                                            <p:cond delay="1808"/>
                                          </p:stCondLst>
                                        </p:cTn>
                                        <p:tgtEl>
                                          <p:spTgt spid="11"/>
                                        </p:tgtEl>
                                      </p:cBhvr>
                                      <p:to x="100000" y="95000"/>
                                    </p:animScale>
                                    <p:animScale>
                                      <p:cBhvr>
                                        <p:cTn id="99" dur="166" decel="50000">
                                          <p:stCondLst>
                                            <p:cond delay="1834"/>
                                          </p:stCondLst>
                                        </p:cTn>
                                        <p:tgtEl>
                                          <p:spTgt spid="11"/>
                                        </p:tgtEl>
                                      </p:cBhvr>
                                      <p:to x="100000" y="100000"/>
                                    </p:animScale>
                                  </p:childTnLst>
                                </p:cTn>
                              </p:par>
                            </p:childTnLst>
                          </p:cTn>
                        </p:par>
                        <p:par>
                          <p:cTn id="100" fill="hold">
                            <p:stCondLst>
                              <p:cond delay="12000"/>
                            </p:stCondLst>
                            <p:childTnLst>
                              <p:par>
                                <p:cTn id="101" presetID="26" presetClass="entr" presetSubtype="0" fill="hold" grpId="0" nodeType="afterEffect">
                                  <p:stCondLst>
                                    <p:cond delay="0"/>
                                  </p:stCondLst>
                                  <p:childTnLst>
                                    <p:set>
                                      <p:cBhvr>
                                        <p:cTn id="102" dur="1" fill="hold">
                                          <p:stCondLst>
                                            <p:cond delay="0"/>
                                          </p:stCondLst>
                                        </p:cTn>
                                        <p:tgtEl>
                                          <p:spTgt spid="12"/>
                                        </p:tgtEl>
                                        <p:attrNameLst>
                                          <p:attrName>style.visibility</p:attrName>
                                        </p:attrNameLst>
                                      </p:cBhvr>
                                      <p:to>
                                        <p:strVal val="visible"/>
                                      </p:to>
                                    </p:set>
                                    <p:animEffect transition="in" filter="wipe(down)">
                                      <p:cBhvr>
                                        <p:cTn id="103" dur="580">
                                          <p:stCondLst>
                                            <p:cond delay="0"/>
                                          </p:stCondLst>
                                        </p:cTn>
                                        <p:tgtEl>
                                          <p:spTgt spid="12"/>
                                        </p:tgtEl>
                                      </p:cBhvr>
                                    </p:animEffect>
                                    <p:anim calcmode="lin" valueType="num">
                                      <p:cBhvr>
                                        <p:cTn id="104"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09" dur="26">
                                          <p:stCondLst>
                                            <p:cond delay="650"/>
                                          </p:stCondLst>
                                        </p:cTn>
                                        <p:tgtEl>
                                          <p:spTgt spid="12"/>
                                        </p:tgtEl>
                                      </p:cBhvr>
                                      <p:to x="100000" y="60000"/>
                                    </p:animScale>
                                    <p:animScale>
                                      <p:cBhvr>
                                        <p:cTn id="110" dur="166" decel="50000">
                                          <p:stCondLst>
                                            <p:cond delay="676"/>
                                          </p:stCondLst>
                                        </p:cTn>
                                        <p:tgtEl>
                                          <p:spTgt spid="12"/>
                                        </p:tgtEl>
                                      </p:cBhvr>
                                      <p:to x="100000" y="100000"/>
                                    </p:animScale>
                                    <p:animScale>
                                      <p:cBhvr>
                                        <p:cTn id="111" dur="26">
                                          <p:stCondLst>
                                            <p:cond delay="1312"/>
                                          </p:stCondLst>
                                        </p:cTn>
                                        <p:tgtEl>
                                          <p:spTgt spid="12"/>
                                        </p:tgtEl>
                                      </p:cBhvr>
                                      <p:to x="100000" y="80000"/>
                                    </p:animScale>
                                    <p:animScale>
                                      <p:cBhvr>
                                        <p:cTn id="112" dur="166" decel="50000">
                                          <p:stCondLst>
                                            <p:cond delay="1338"/>
                                          </p:stCondLst>
                                        </p:cTn>
                                        <p:tgtEl>
                                          <p:spTgt spid="12"/>
                                        </p:tgtEl>
                                      </p:cBhvr>
                                      <p:to x="100000" y="100000"/>
                                    </p:animScale>
                                    <p:animScale>
                                      <p:cBhvr>
                                        <p:cTn id="113" dur="26">
                                          <p:stCondLst>
                                            <p:cond delay="1642"/>
                                          </p:stCondLst>
                                        </p:cTn>
                                        <p:tgtEl>
                                          <p:spTgt spid="12"/>
                                        </p:tgtEl>
                                      </p:cBhvr>
                                      <p:to x="100000" y="90000"/>
                                    </p:animScale>
                                    <p:animScale>
                                      <p:cBhvr>
                                        <p:cTn id="114" dur="166" decel="50000">
                                          <p:stCondLst>
                                            <p:cond delay="1668"/>
                                          </p:stCondLst>
                                        </p:cTn>
                                        <p:tgtEl>
                                          <p:spTgt spid="12"/>
                                        </p:tgtEl>
                                      </p:cBhvr>
                                      <p:to x="100000" y="100000"/>
                                    </p:animScale>
                                    <p:animScale>
                                      <p:cBhvr>
                                        <p:cTn id="115" dur="26">
                                          <p:stCondLst>
                                            <p:cond delay="1808"/>
                                          </p:stCondLst>
                                        </p:cTn>
                                        <p:tgtEl>
                                          <p:spTgt spid="12"/>
                                        </p:tgtEl>
                                      </p:cBhvr>
                                      <p:to x="100000" y="95000"/>
                                    </p:animScale>
                                    <p:animScale>
                                      <p:cBhvr>
                                        <p:cTn id="116" dur="166" decel="50000">
                                          <p:stCondLst>
                                            <p:cond delay="1834"/>
                                          </p:stCondLst>
                                        </p:cTn>
                                        <p:tgtEl>
                                          <p:spTgt spid="12"/>
                                        </p:tgtEl>
                                      </p:cBhvr>
                                      <p:to x="100000" y="100000"/>
                                    </p:animScale>
                                  </p:childTnLst>
                                </p:cTn>
                              </p:par>
                            </p:childTnLst>
                          </p:cTn>
                        </p:par>
                        <p:par>
                          <p:cTn id="117" fill="hold">
                            <p:stCondLst>
                              <p:cond delay="14000"/>
                            </p:stCondLst>
                            <p:childTnLst>
                              <p:par>
                                <p:cTn id="118" presetID="26" presetClass="entr" presetSubtype="0" fill="hold" grpId="0" nodeType="afterEffect">
                                  <p:stCondLst>
                                    <p:cond delay="0"/>
                                  </p:stCondLst>
                                  <p:childTnLst>
                                    <p:set>
                                      <p:cBhvr>
                                        <p:cTn id="119" dur="1" fill="hold">
                                          <p:stCondLst>
                                            <p:cond delay="0"/>
                                          </p:stCondLst>
                                        </p:cTn>
                                        <p:tgtEl>
                                          <p:spTgt spid="13"/>
                                        </p:tgtEl>
                                        <p:attrNameLst>
                                          <p:attrName>style.visibility</p:attrName>
                                        </p:attrNameLst>
                                      </p:cBhvr>
                                      <p:to>
                                        <p:strVal val="visible"/>
                                      </p:to>
                                    </p:set>
                                    <p:animEffect transition="in" filter="wipe(down)">
                                      <p:cBhvr>
                                        <p:cTn id="120" dur="580">
                                          <p:stCondLst>
                                            <p:cond delay="0"/>
                                          </p:stCondLst>
                                        </p:cTn>
                                        <p:tgtEl>
                                          <p:spTgt spid="13"/>
                                        </p:tgtEl>
                                      </p:cBhvr>
                                    </p:animEffect>
                                    <p:anim calcmode="lin" valueType="num">
                                      <p:cBhvr>
                                        <p:cTn id="121"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22"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23"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24"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25"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26" dur="26">
                                          <p:stCondLst>
                                            <p:cond delay="650"/>
                                          </p:stCondLst>
                                        </p:cTn>
                                        <p:tgtEl>
                                          <p:spTgt spid="13"/>
                                        </p:tgtEl>
                                      </p:cBhvr>
                                      <p:to x="100000" y="60000"/>
                                    </p:animScale>
                                    <p:animScale>
                                      <p:cBhvr>
                                        <p:cTn id="127" dur="166" decel="50000">
                                          <p:stCondLst>
                                            <p:cond delay="676"/>
                                          </p:stCondLst>
                                        </p:cTn>
                                        <p:tgtEl>
                                          <p:spTgt spid="13"/>
                                        </p:tgtEl>
                                      </p:cBhvr>
                                      <p:to x="100000" y="100000"/>
                                    </p:animScale>
                                    <p:animScale>
                                      <p:cBhvr>
                                        <p:cTn id="128" dur="26">
                                          <p:stCondLst>
                                            <p:cond delay="1312"/>
                                          </p:stCondLst>
                                        </p:cTn>
                                        <p:tgtEl>
                                          <p:spTgt spid="13"/>
                                        </p:tgtEl>
                                      </p:cBhvr>
                                      <p:to x="100000" y="80000"/>
                                    </p:animScale>
                                    <p:animScale>
                                      <p:cBhvr>
                                        <p:cTn id="129" dur="166" decel="50000">
                                          <p:stCondLst>
                                            <p:cond delay="1338"/>
                                          </p:stCondLst>
                                        </p:cTn>
                                        <p:tgtEl>
                                          <p:spTgt spid="13"/>
                                        </p:tgtEl>
                                      </p:cBhvr>
                                      <p:to x="100000" y="100000"/>
                                    </p:animScale>
                                    <p:animScale>
                                      <p:cBhvr>
                                        <p:cTn id="130" dur="26">
                                          <p:stCondLst>
                                            <p:cond delay="1642"/>
                                          </p:stCondLst>
                                        </p:cTn>
                                        <p:tgtEl>
                                          <p:spTgt spid="13"/>
                                        </p:tgtEl>
                                      </p:cBhvr>
                                      <p:to x="100000" y="90000"/>
                                    </p:animScale>
                                    <p:animScale>
                                      <p:cBhvr>
                                        <p:cTn id="131" dur="166" decel="50000">
                                          <p:stCondLst>
                                            <p:cond delay="1668"/>
                                          </p:stCondLst>
                                        </p:cTn>
                                        <p:tgtEl>
                                          <p:spTgt spid="13"/>
                                        </p:tgtEl>
                                      </p:cBhvr>
                                      <p:to x="100000" y="100000"/>
                                    </p:animScale>
                                    <p:animScale>
                                      <p:cBhvr>
                                        <p:cTn id="132" dur="26">
                                          <p:stCondLst>
                                            <p:cond delay="1808"/>
                                          </p:stCondLst>
                                        </p:cTn>
                                        <p:tgtEl>
                                          <p:spTgt spid="13"/>
                                        </p:tgtEl>
                                      </p:cBhvr>
                                      <p:to x="100000" y="95000"/>
                                    </p:animScale>
                                    <p:animScale>
                                      <p:cBhvr>
                                        <p:cTn id="133" dur="166" decel="50000">
                                          <p:stCondLst>
                                            <p:cond delay="1834"/>
                                          </p:stCondLst>
                                        </p:cTn>
                                        <p:tgtEl>
                                          <p:spTgt spid="13"/>
                                        </p:tgtEl>
                                      </p:cBhvr>
                                      <p:to x="100000" y="100000"/>
                                    </p:animScale>
                                  </p:childTnLst>
                                </p:cTn>
                              </p:par>
                            </p:childTnLst>
                          </p:cTn>
                        </p:par>
                        <p:par>
                          <p:cTn id="134" fill="hold">
                            <p:stCondLst>
                              <p:cond delay="16000"/>
                            </p:stCondLst>
                            <p:childTnLst>
                              <p:par>
                                <p:cTn id="135" presetID="26" presetClass="entr" presetSubtype="0" fill="hold" grpId="0" nodeType="afterEffect">
                                  <p:stCondLst>
                                    <p:cond delay="0"/>
                                  </p:stCondLst>
                                  <p:childTnLst>
                                    <p:set>
                                      <p:cBhvr>
                                        <p:cTn id="136" dur="1" fill="hold">
                                          <p:stCondLst>
                                            <p:cond delay="0"/>
                                          </p:stCondLst>
                                        </p:cTn>
                                        <p:tgtEl>
                                          <p:spTgt spid="14"/>
                                        </p:tgtEl>
                                        <p:attrNameLst>
                                          <p:attrName>style.visibility</p:attrName>
                                        </p:attrNameLst>
                                      </p:cBhvr>
                                      <p:to>
                                        <p:strVal val="visible"/>
                                      </p:to>
                                    </p:set>
                                    <p:animEffect transition="in" filter="wipe(down)">
                                      <p:cBhvr>
                                        <p:cTn id="137" dur="580">
                                          <p:stCondLst>
                                            <p:cond delay="0"/>
                                          </p:stCondLst>
                                        </p:cTn>
                                        <p:tgtEl>
                                          <p:spTgt spid="14"/>
                                        </p:tgtEl>
                                      </p:cBhvr>
                                    </p:animEffect>
                                    <p:anim calcmode="lin" valueType="num">
                                      <p:cBhvr>
                                        <p:cTn id="13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3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4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4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4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43" dur="26">
                                          <p:stCondLst>
                                            <p:cond delay="650"/>
                                          </p:stCondLst>
                                        </p:cTn>
                                        <p:tgtEl>
                                          <p:spTgt spid="14"/>
                                        </p:tgtEl>
                                      </p:cBhvr>
                                      <p:to x="100000" y="60000"/>
                                    </p:animScale>
                                    <p:animScale>
                                      <p:cBhvr>
                                        <p:cTn id="144" dur="166" decel="50000">
                                          <p:stCondLst>
                                            <p:cond delay="676"/>
                                          </p:stCondLst>
                                        </p:cTn>
                                        <p:tgtEl>
                                          <p:spTgt spid="14"/>
                                        </p:tgtEl>
                                      </p:cBhvr>
                                      <p:to x="100000" y="100000"/>
                                    </p:animScale>
                                    <p:animScale>
                                      <p:cBhvr>
                                        <p:cTn id="145" dur="26">
                                          <p:stCondLst>
                                            <p:cond delay="1312"/>
                                          </p:stCondLst>
                                        </p:cTn>
                                        <p:tgtEl>
                                          <p:spTgt spid="14"/>
                                        </p:tgtEl>
                                      </p:cBhvr>
                                      <p:to x="100000" y="80000"/>
                                    </p:animScale>
                                    <p:animScale>
                                      <p:cBhvr>
                                        <p:cTn id="146" dur="166" decel="50000">
                                          <p:stCondLst>
                                            <p:cond delay="1338"/>
                                          </p:stCondLst>
                                        </p:cTn>
                                        <p:tgtEl>
                                          <p:spTgt spid="14"/>
                                        </p:tgtEl>
                                      </p:cBhvr>
                                      <p:to x="100000" y="100000"/>
                                    </p:animScale>
                                    <p:animScale>
                                      <p:cBhvr>
                                        <p:cTn id="147" dur="26">
                                          <p:stCondLst>
                                            <p:cond delay="1642"/>
                                          </p:stCondLst>
                                        </p:cTn>
                                        <p:tgtEl>
                                          <p:spTgt spid="14"/>
                                        </p:tgtEl>
                                      </p:cBhvr>
                                      <p:to x="100000" y="90000"/>
                                    </p:animScale>
                                    <p:animScale>
                                      <p:cBhvr>
                                        <p:cTn id="148" dur="166" decel="50000">
                                          <p:stCondLst>
                                            <p:cond delay="1668"/>
                                          </p:stCondLst>
                                        </p:cTn>
                                        <p:tgtEl>
                                          <p:spTgt spid="14"/>
                                        </p:tgtEl>
                                      </p:cBhvr>
                                      <p:to x="100000" y="100000"/>
                                    </p:animScale>
                                    <p:animScale>
                                      <p:cBhvr>
                                        <p:cTn id="149" dur="26">
                                          <p:stCondLst>
                                            <p:cond delay="1808"/>
                                          </p:stCondLst>
                                        </p:cTn>
                                        <p:tgtEl>
                                          <p:spTgt spid="14"/>
                                        </p:tgtEl>
                                      </p:cBhvr>
                                      <p:to x="100000" y="95000"/>
                                    </p:animScale>
                                    <p:animScale>
                                      <p:cBhvr>
                                        <p:cTn id="150" dur="166" decel="50000">
                                          <p:stCondLst>
                                            <p:cond delay="1834"/>
                                          </p:stCondLst>
                                        </p:cTn>
                                        <p:tgtEl>
                                          <p:spTgt spid="14"/>
                                        </p:tgtEl>
                                      </p:cBhvr>
                                      <p:to x="100000" y="100000"/>
                                    </p:animScale>
                                  </p:childTnLst>
                                </p:cTn>
                              </p:par>
                            </p:childTnLst>
                          </p:cTn>
                        </p:par>
                        <p:par>
                          <p:cTn id="151" fill="hold">
                            <p:stCondLst>
                              <p:cond delay="18000"/>
                            </p:stCondLst>
                            <p:childTnLst>
                              <p:par>
                                <p:cTn id="152" presetID="26" presetClass="entr" presetSubtype="0" fill="hold" grpId="0" nodeType="afterEffect">
                                  <p:stCondLst>
                                    <p:cond delay="0"/>
                                  </p:stCondLst>
                                  <p:childTnLst>
                                    <p:set>
                                      <p:cBhvr>
                                        <p:cTn id="153" dur="1" fill="hold">
                                          <p:stCondLst>
                                            <p:cond delay="0"/>
                                          </p:stCondLst>
                                        </p:cTn>
                                        <p:tgtEl>
                                          <p:spTgt spid="15"/>
                                        </p:tgtEl>
                                        <p:attrNameLst>
                                          <p:attrName>style.visibility</p:attrName>
                                        </p:attrNameLst>
                                      </p:cBhvr>
                                      <p:to>
                                        <p:strVal val="visible"/>
                                      </p:to>
                                    </p:set>
                                    <p:animEffect transition="in" filter="wipe(down)">
                                      <p:cBhvr>
                                        <p:cTn id="154" dur="580">
                                          <p:stCondLst>
                                            <p:cond delay="0"/>
                                          </p:stCondLst>
                                        </p:cTn>
                                        <p:tgtEl>
                                          <p:spTgt spid="15"/>
                                        </p:tgtEl>
                                      </p:cBhvr>
                                    </p:animEffect>
                                    <p:anim calcmode="lin" valueType="num">
                                      <p:cBhvr>
                                        <p:cTn id="155"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56"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57"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58"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59"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60" dur="26">
                                          <p:stCondLst>
                                            <p:cond delay="650"/>
                                          </p:stCondLst>
                                        </p:cTn>
                                        <p:tgtEl>
                                          <p:spTgt spid="15"/>
                                        </p:tgtEl>
                                      </p:cBhvr>
                                      <p:to x="100000" y="60000"/>
                                    </p:animScale>
                                    <p:animScale>
                                      <p:cBhvr>
                                        <p:cTn id="161" dur="166" decel="50000">
                                          <p:stCondLst>
                                            <p:cond delay="676"/>
                                          </p:stCondLst>
                                        </p:cTn>
                                        <p:tgtEl>
                                          <p:spTgt spid="15"/>
                                        </p:tgtEl>
                                      </p:cBhvr>
                                      <p:to x="100000" y="100000"/>
                                    </p:animScale>
                                    <p:animScale>
                                      <p:cBhvr>
                                        <p:cTn id="162" dur="26">
                                          <p:stCondLst>
                                            <p:cond delay="1312"/>
                                          </p:stCondLst>
                                        </p:cTn>
                                        <p:tgtEl>
                                          <p:spTgt spid="15"/>
                                        </p:tgtEl>
                                      </p:cBhvr>
                                      <p:to x="100000" y="80000"/>
                                    </p:animScale>
                                    <p:animScale>
                                      <p:cBhvr>
                                        <p:cTn id="163" dur="166" decel="50000">
                                          <p:stCondLst>
                                            <p:cond delay="1338"/>
                                          </p:stCondLst>
                                        </p:cTn>
                                        <p:tgtEl>
                                          <p:spTgt spid="15"/>
                                        </p:tgtEl>
                                      </p:cBhvr>
                                      <p:to x="100000" y="100000"/>
                                    </p:animScale>
                                    <p:animScale>
                                      <p:cBhvr>
                                        <p:cTn id="164" dur="26">
                                          <p:stCondLst>
                                            <p:cond delay="1642"/>
                                          </p:stCondLst>
                                        </p:cTn>
                                        <p:tgtEl>
                                          <p:spTgt spid="15"/>
                                        </p:tgtEl>
                                      </p:cBhvr>
                                      <p:to x="100000" y="90000"/>
                                    </p:animScale>
                                    <p:animScale>
                                      <p:cBhvr>
                                        <p:cTn id="165" dur="166" decel="50000">
                                          <p:stCondLst>
                                            <p:cond delay="1668"/>
                                          </p:stCondLst>
                                        </p:cTn>
                                        <p:tgtEl>
                                          <p:spTgt spid="15"/>
                                        </p:tgtEl>
                                      </p:cBhvr>
                                      <p:to x="100000" y="100000"/>
                                    </p:animScale>
                                    <p:animScale>
                                      <p:cBhvr>
                                        <p:cTn id="166" dur="26">
                                          <p:stCondLst>
                                            <p:cond delay="1808"/>
                                          </p:stCondLst>
                                        </p:cTn>
                                        <p:tgtEl>
                                          <p:spTgt spid="15"/>
                                        </p:tgtEl>
                                      </p:cBhvr>
                                      <p:to x="100000" y="95000"/>
                                    </p:animScale>
                                    <p:animScale>
                                      <p:cBhvr>
                                        <p:cTn id="167" dur="166" decel="50000">
                                          <p:stCondLst>
                                            <p:cond delay="1834"/>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0E"/>
        </a:solidFill>
        <a:effectLst/>
      </p:bgPr>
    </p:bg>
    <p:spTree>
      <p:nvGrpSpPr>
        <p:cNvPr id="1" name=""/>
        <p:cNvGrpSpPr/>
        <p:nvPr/>
      </p:nvGrpSpPr>
      <p:grpSpPr>
        <a:xfrm>
          <a:off x="0" y="0"/>
          <a:ext cx="0" cy="0"/>
          <a:chOff x="0" y="0"/>
          <a:chExt cx="0" cy="0"/>
        </a:xfrm>
      </p:grpSpPr>
      <p:sp>
        <p:nvSpPr>
          <p:cNvPr id="3" name="Text 0"/>
          <p:cNvSpPr/>
          <p:nvPr/>
        </p:nvSpPr>
        <p:spPr>
          <a:xfrm>
            <a:off x="502920" y="544068"/>
            <a:ext cx="3093720" cy="329184"/>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Project Overview</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a:off x="563880" y="926120"/>
            <a:ext cx="2971800" cy="94338"/>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5" name="Text 2"/>
          <p:cNvSpPr/>
          <p:nvPr/>
        </p:nvSpPr>
        <p:spPr>
          <a:xfrm>
            <a:off x="502920" y="896112"/>
            <a:ext cx="11064240" cy="228600"/>
          </a:xfrm>
          <a:prstGeom prst="rect">
            <a:avLst/>
          </a:prstGeom>
          <a:noFill/>
          <a:ln/>
        </p:spPr>
        <p:txBody>
          <a:bodyPr wrap="square" lIns="0" tIns="0" rIns="0" bIns="0" rtlCol="0" anchor="ctr"/>
          <a:lstStyle/>
          <a:p>
            <a:pPr marL="0" indent="0" algn="l" defTabSz="914400" rtl="0" eaLnBrk="1" latinLnBrk="0" hangingPunct="1">
              <a:buNone/>
            </a:pPr>
            <a:endParaRPr lang="en-US" sz="1250" dirty="0"/>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8" name="Text 5"/>
          <p:cNvSpPr/>
          <p:nvPr/>
        </p:nvSpPr>
        <p:spPr>
          <a:xfrm>
            <a:off x="-1325880" y="1585872"/>
            <a:ext cx="5486400" cy="384048"/>
          </a:xfrm>
          <a:prstGeom prst="rect">
            <a:avLst/>
          </a:prstGeom>
          <a:noFill/>
          <a:ln/>
        </p:spPr>
        <p:txBody>
          <a:bodyPr wrap="square" lIns="0" tIns="0" rIns="0" bIns="0" rtlCol="0" anchor="ctr"/>
          <a:lstStyle/>
          <a:p>
            <a:pPr marL="0" indent="0" algn="r">
              <a:buNone/>
            </a:pPr>
            <a:endParaRPr lang="en-US" sz="1900" dirty="0"/>
          </a:p>
        </p:txBody>
      </p:sp>
      <p:sp>
        <p:nvSpPr>
          <p:cNvPr id="9" name="Text 6"/>
          <p:cNvSpPr/>
          <p:nvPr/>
        </p:nvSpPr>
        <p:spPr>
          <a:xfrm>
            <a:off x="502920" y="1787040"/>
            <a:ext cx="6523025" cy="3902814"/>
          </a:xfrm>
          <a:prstGeom prst="rect">
            <a:avLst/>
          </a:prstGeom>
          <a:noFill/>
          <a:ln/>
        </p:spPr>
        <p:txBody>
          <a:bodyPr wrap="square" lIns="508" tIns="508" rIns="508" bIns="508" rtlCol="0" anchor="t">
            <a:normAutofit fontScale="92500" lnSpcReduction="20000"/>
          </a:bodyPr>
          <a:lstStyle/>
          <a:p>
            <a:r>
              <a:rPr lang="en-US" sz="2400" dirty="0">
                <a:solidFill>
                  <a:srgbClr val="F5F5F5"/>
                </a:solidFill>
                <a:latin typeface="Times New Roman" panose="02020603050405020304" pitchFamily="18" charset="0"/>
                <a:cs typeface="Times New Roman" panose="02020603050405020304" pitchFamily="18" charset="0"/>
              </a:rPr>
              <a:t>Basma is a digital documentary platform designed to collect, preserve, and present authentic stories and multimedia content from Gaza. The platform serves as a digital archive that enables users to access written testimonies, photographs, videos, animations, interactive maps, and statistical information related to the lives of Palestinians in Gaza.</a:t>
            </a:r>
          </a:p>
          <a:p>
            <a:r>
              <a:rPr lang="en-US" sz="2400" dirty="0">
                <a:solidFill>
                  <a:srgbClr val="F5F5F5"/>
                </a:solidFill>
                <a:latin typeface="Times New Roman" panose="02020603050405020304" pitchFamily="18" charset="0"/>
                <a:cs typeface="Times New Roman" panose="02020603050405020304" pitchFamily="18" charset="0"/>
              </a:rPr>
              <a:t>The platform aims to provide a reliable space where individuals can share their experiences and where researchers, journalists, and future generations can access documented content. Through modern web technologies and a human-centered approach, Basma contributes to preserving Palestinian memory and delivering the voices of Gaza to local and international audiences</a:t>
            </a:r>
            <a:r>
              <a:rPr lang="en-US" dirty="0">
                <a:solidFill>
                  <a:srgbClr val="F5F5F5"/>
                </a:solidFill>
              </a:rPr>
              <a:t>.</a:t>
            </a:r>
            <a:endParaRPr lang="en-US" dirty="0"/>
          </a:p>
        </p:txBody>
      </p:sp>
      <p:pic>
        <p:nvPicPr>
          <p:cNvPr id="18" name="Picture 17">
            <a:extLst>
              <a:ext uri="{FF2B5EF4-FFF2-40B4-BE49-F238E27FC236}">
                <a16:creationId xmlns:a16="http://schemas.microsoft.com/office/drawing/2014/main" id="{1DE99A32-D8F8-5FA5-7F81-A94765B2FF43}"/>
              </a:ext>
            </a:extLst>
          </p:cNvPr>
          <p:cNvPicPr>
            <a:picLocks noChangeAspect="1"/>
          </p:cNvPicPr>
          <p:nvPr/>
        </p:nvPicPr>
        <p:blipFill>
          <a:blip r:embed="rId4"/>
          <a:stretch>
            <a:fillRect/>
          </a:stretch>
        </p:blipFill>
        <p:spPr>
          <a:xfrm>
            <a:off x="7470522" y="1024343"/>
            <a:ext cx="4480255" cy="5083219"/>
          </a:xfrm>
          <a:prstGeom prst="rect">
            <a:avLst/>
          </a:prstGeom>
        </p:spPr>
      </p:pic>
      <p:sp>
        <p:nvSpPr>
          <p:cNvPr id="14" name="TextBox 13">
            <a:extLst>
              <a:ext uri="{FF2B5EF4-FFF2-40B4-BE49-F238E27FC236}">
                <a16:creationId xmlns:a16="http://schemas.microsoft.com/office/drawing/2014/main" id="{84CFE1B9-9D3B-AB78-F760-34BEF5615A50}"/>
              </a:ext>
            </a:extLst>
          </p:cNvPr>
          <p:cNvSpPr txBox="1"/>
          <p:nvPr/>
        </p:nvSpPr>
        <p:spPr>
          <a:xfrm>
            <a:off x="6677890" y="426976"/>
            <a:ext cx="5763491" cy="89255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normalizeH="0" baseline="0" noProof="0" dirty="0">
                <a:ln w="0"/>
                <a:solidFill>
                  <a:schemeClr val="bg1"/>
                </a:solidFill>
                <a:effectLst>
                  <a:reflection blurRad="6350" stA="53000" endA="300" endPos="35500" dir="5400000" sy="-90000" algn="bl" rotWithShape="0"/>
                </a:effectLst>
                <a:uLnTx/>
                <a:uFillTx/>
                <a:latin typeface="Arial"/>
                <a:ea typeface="+mn-ea"/>
                <a:cs typeface="+mn-cs"/>
              </a:rPr>
              <a:t>BASMA Digital Archive</a:t>
            </a:r>
          </a:p>
          <a:p>
            <a:endParaRPr lang="en-PS" dirty="0"/>
          </a:p>
        </p:txBody>
      </p:sp>
      <p:sp>
        <p:nvSpPr>
          <p:cNvPr id="2" name="Right Arrow 1">
            <a:hlinkClick r:id="rId5" action="ppaction://hlinksldjump"/>
            <a:extLst>
              <a:ext uri="{FF2B5EF4-FFF2-40B4-BE49-F238E27FC236}">
                <a16:creationId xmlns:a16="http://schemas.microsoft.com/office/drawing/2014/main" id="{2A5705F2-6DF3-F4FF-3A79-3A4075CC16B7}"/>
              </a:ext>
            </a:extLst>
          </p:cNvPr>
          <p:cNvSpPr/>
          <p:nvPr/>
        </p:nvSpPr>
        <p:spPr>
          <a:xfrm rot="10800000">
            <a:off x="241223" y="5947887"/>
            <a:ext cx="1338943" cy="40429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000">
        <p15:prstTrans prst="pageCurlDouble" invX="1"/>
        <p:sndAc>
          <p:stSnd>
            <p:snd r:embed="rId3" name="wind.wav"/>
          </p:stSnd>
        </p:sndAc>
      </p:transition>
    </mc:Choice>
    <mc:Fallback>
      <p:transition spd="slow">
        <p:fade/>
        <p:sndAc>
          <p:stSnd>
            <p:snd r:embed="rId3" name="wind.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3000"/>
                                        <p:tgtEl>
                                          <p:spTgt spid="14"/>
                                        </p:tgtEl>
                                      </p:cBhvr>
                                    </p:animEffect>
                                  </p:childTnLst>
                                </p:cTn>
                              </p:par>
                              <p:par>
                                <p:cTn id="8" presetID="56" presetClass="entr" presetSubtype="0" fill="hold" grpId="0" nodeType="withEffect">
                                  <p:stCondLst>
                                    <p:cond delay="0"/>
                                  </p:stCondLst>
                                  <p:iterate type="lt">
                                    <p:tmPct val="10000"/>
                                  </p:iterate>
                                  <p:childTnLst>
                                    <p:set>
                                      <p:cBhvr>
                                        <p:cTn id="9" dur="1" fill="hold">
                                          <p:stCondLst>
                                            <p:cond delay="0"/>
                                          </p:stCondLst>
                                        </p:cTn>
                                        <p:tgtEl>
                                          <p:spTgt spid="3"/>
                                        </p:tgtEl>
                                        <p:attrNameLst>
                                          <p:attrName>style.visibility</p:attrName>
                                        </p:attrNameLst>
                                      </p:cBhvr>
                                      <p:to>
                                        <p:strVal val="visible"/>
                                      </p:to>
                                    </p:set>
                                    <p:anim by="(-#ppt_w*2)" calcmode="lin" valueType="num">
                                      <p:cBhvr rctx="PPT">
                                        <p:cTn id="10" dur="500" autoRev="1" fill="hold">
                                          <p:stCondLst>
                                            <p:cond delay="0"/>
                                          </p:stCondLst>
                                        </p:cTn>
                                        <p:tgtEl>
                                          <p:spTgt spid="3"/>
                                        </p:tgtEl>
                                        <p:attrNameLst>
                                          <p:attrName>ppt_w</p:attrName>
                                        </p:attrNameLst>
                                      </p:cBhvr>
                                    </p:anim>
                                    <p:anim by="(#ppt_w*0.50)" calcmode="lin" valueType="num">
                                      <p:cBhvr>
                                        <p:cTn id="11" dur="500" decel="50000" autoRev="1" fill="hold">
                                          <p:stCondLst>
                                            <p:cond delay="0"/>
                                          </p:stCondLst>
                                        </p:cTn>
                                        <p:tgtEl>
                                          <p:spTgt spid="3"/>
                                        </p:tgtEl>
                                        <p:attrNameLst>
                                          <p:attrName>ppt_x</p:attrName>
                                        </p:attrNameLst>
                                      </p:cBhvr>
                                    </p:anim>
                                    <p:anim from="(-#ppt_h/2)" to="(#ppt_y)" calcmode="lin" valueType="num">
                                      <p:cBhvr>
                                        <p:cTn id="12" dur="1000" fill="hold">
                                          <p:stCondLst>
                                            <p:cond delay="0"/>
                                          </p:stCondLst>
                                        </p:cTn>
                                        <p:tgtEl>
                                          <p:spTgt spid="3"/>
                                        </p:tgtEl>
                                        <p:attrNameLst>
                                          <p:attrName>ppt_y</p:attrName>
                                        </p:attrNameLst>
                                      </p:cBhvr>
                                    </p:anim>
                                    <p:animRot by="21600000">
                                      <p:cBhvr>
                                        <p:cTn id="13" dur="1000" fill="hold">
                                          <p:stCondLst>
                                            <p:cond delay="0"/>
                                          </p:stCondLst>
                                        </p:cTn>
                                        <p:tgtEl>
                                          <p:spTgt spid="3"/>
                                        </p:tgtEl>
                                        <p:attrNameLst>
                                          <p:attrName>r</p:attrName>
                                        </p:attrNameLst>
                                      </p:cBhvr>
                                    </p:animRot>
                                  </p:childTnLst>
                                </p:cTn>
                              </p:par>
                              <p:par>
                                <p:cTn id="14" presetID="31"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1000" fill="hold"/>
                                        <p:tgtEl>
                                          <p:spTgt spid="4"/>
                                        </p:tgtEl>
                                        <p:attrNameLst>
                                          <p:attrName>ppt_w</p:attrName>
                                        </p:attrNameLst>
                                      </p:cBhvr>
                                      <p:tavLst>
                                        <p:tav tm="0">
                                          <p:val>
                                            <p:fltVal val="0"/>
                                          </p:val>
                                        </p:tav>
                                        <p:tav tm="100000">
                                          <p:val>
                                            <p:strVal val="#ppt_w"/>
                                          </p:val>
                                        </p:tav>
                                      </p:tavLst>
                                    </p:anim>
                                    <p:anim calcmode="lin" valueType="num">
                                      <p:cBhvr>
                                        <p:cTn id="17" dur="1000" fill="hold"/>
                                        <p:tgtEl>
                                          <p:spTgt spid="4"/>
                                        </p:tgtEl>
                                        <p:attrNameLst>
                                          <p:attrName>ppt_h</p:attrName>
                                        </p:attrNameLst>
                                      </p:cBhvr>
                                      <p:tavLst>
                                        <p:tav tm="0">
                                          <p:val>
                                            <p:fltVal val="0"/>
                                          </p:val>
                                        </p:tav>
                                        <p:tav tm="100000">
                                          <p:val>
                                            <p:strVal val="#ppt_h"/>
                                          </p:val>
                                        </p:tav>
                                      </p:tavLst>
                                    </p:anim>
                                    <p:anim calcmode="lin" valueType="num">
                                      <p:cBhvr>
                                        <p:cTn id="18" dur="1000" fill="hold"/>
                                        <p:tgtEl>
                                          <p:spTgt spid="4"/>
                                        </p:tgtEl>
                                        <p:attrNameLst>
                                          <p:attrName>style.rotation</p:attrName>
                                        </p:attrNameLst>
                                      </p:cBhvr>
                                      <p:tavLst>
                                        <p:tav tm="0">
                                          <p:val>
                                            <p:fltVal val="90"/>
                                          </p:val>
                                        </p:tav>
                                        <p:tav tm="100000">
                                          <p:val>
                                            <p:fltVal val="0"/>
                                          </p:val>
                                        </p:tav>
                                      </p:tavLst>
                                    </p:anim>
                                    <p:animEffect transition="in" filter="fade">
                                      <p:cBhvr>
                                        <p:cTn id="19" dur="1000"/>
                                        <p:tgtEl>
                                          <p:spTgt spid="4"/>
                                        </p:tgtEl>
                                      </p:cBhvr>
                                    </p:animEffect>
                                  </p:childTnLst>
                                </p:cTn>
                              </p:par>
                            </p:childTnLst>
                          </p:cTn>
                        </p:par>
                        <p:par>
                          <p:cTn id="20" fill="hold">
                            <p:stCondLst>
                              <p:cond delay="3000"/>
                            </p:stCondLst>
                            <p:childTnLst>
                              <p:par>
                                <p:cTn id="21" presetID="42"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000"/>
                                        <p:tgtEl>
                                          <p:spTgt spid="9"/>
                                        </p:tgtEl>
                                      </p:cBhvr>
                                    </p:animEffect>
                                    <p:anim calcmode="lin" valueType="num">
                                      <p:cBhvr>
                                        <p:cTn id="24" dur="2000" fill="hold"/>
                                        <p:tgtEl>
                                          <p:spTgt spid="9"/>
                                        </p:tgtEl>
                                        <p:attrNameLst>
                                          <p:attrName>ppt_x</p:attrName>
                                        </p:attrNameLst>
                                      </p:cBhvr>
                                      <p:tavLst>
                                        <p:tav tm="0">
                                          <p:val>
                                            <p:strVal val="#ppt_x"/>
                                          </p:val>
                                        </p:tav>
                                        <p:tav tm="100000">
                                          <p:val>
                                            <p:strVal val="#ppt_x"/>
                                          </p:val>
                                        </p:tav>
                                      </p:tavLst>
                                    </p:anim>
                                    <p:anim calcmode="lin" valueType="num">
                                      <p:cBhvr>
                                        <p:cTn id="25" dur="20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5000"/>
                            </p:stCondLst>
                            <p:childTnLst>
                              <p:par>
                                <p:cTn id="27" presetID="45" presetClass="entr" presetSubtype="0" fill="hold" grpId="1" nodeType="afterEffect">
                                  <p:stCondLst>
                                    <p:cond delay="0"/>
                                  </p:stCondLst>
                                  <p:iterate type="lt">
                                    <p:tmPct val="0"/>
                                  </p:iterate>
                                  <p:childTnLst>
                                    <p:set>
                                      <p:cBhvr>
                                        <p:cTn id="28" dur="1" fill="hold">
                                          <p:stCondLst>
                                            <p:cond delay="0"/>
                                          </p:stCondLst>
                                        </p:cTn>
                                        <p:tgtEl>
                                          <p:spTgt spid="3"/>
                                        </p:tgtEl>
                                        <p:attrNameLst>
                                          <p:attrName>style.visibility</p:attrName>
                                        </p:attrNameLst>
                                      </p:cBhvr>
                                      <p:to>
                                        <p:strVal val="visible"/>
                                      </p:to>
                                    </p:set>
                                    <p:animEffect transition="in" filter="fade">
                                      <p:cBhvr>
                                        <p:cTn id="29" dur="2000"/>
                                        <p:tgtEl>
                                          <p:spTgt spid="3"/>
                                        </p:tgtEl>
                                      </p:cBhvr>
                                    </p:animEffect>
                                    <p:anim calcmode="lin" valueType="num">
                                      <p:cBhvr>
                                        <p:cTn id="30" dur="2000" fill="hold"/>
                                        <p:tgtEl>
                                          <p:spTgt spid="3"/>
                                        </p:tgtEl>
                                        <p:attrNameLst>
                                          <p:attrName>ppt_w</p:attrName>
                                        </p:attrNameLst>
                                      </p:cBhvr>
                                      <p:tavLst>
                                        <p:tav tm="0" fmla="#ppt_w*sin(2.5*pi*$)">
                                          <p:val>
                                            <p:fltVal val="0"/>
                                          </p:val>
                                        </p:tav>
                                        <p:tav tm="100000">
                                          <p:val>
                                            <p:fltVal val="1"/>
                                          </p:val>
                                        </p:tav>
                                      </p:tavLst>
                                    </p:anim>
                                    <p:anim calcmode="lin" valueType="num">
                                      <p:cBhvr>
                                        <p:cTn id="31"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9" grpId="0" animBg="1"/>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309093" y="393192"/>
            <a:ext cx="3505629" cy="502920"/>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502920" y="886324"/>
            <a:ext cx="3311802"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Basmah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7" name="Text 5"/>
          <p:cNvSpPr/>
          <p:nvPr/>
        </p:nvSpPr>
        <p:spPr>
          <a:xfrm>
            <a:off x="6057900" y="1184148"/>
            <a:ext cx="5394960" cy="1280160"/>
          </a:xfrm>
          <a:prstGeom prst="rect">
            <a:avLst/>
          </a:prstGeom>
          <a:solidFill>
            <a:schemeClr val="bg1"/>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lnSpcReduction="10000"/>
          </a:bodyPr>
          <a:lstStyle/>
          <a:p>
            <a:pPr marL="0" indent="0" algn="ctr">
              <a:buNone/>
            </a:pPr>
            <a:r>
              <a:rPr lang="en-US" sz="2400" b="1" dirty="0">
                <a:solidFill>
                  <a:schemeClr val="tx1"/>
                </a:solidFill>
                <a:latin typeface="Times New Roman" panose="02020603050405020304" pitchFamily="18" charset="0"/>
                <a:ea typeface="Arial" pitchFamily="34" charset="-122"/>
                <a:cs typeface="Times New Roman" panose="02020603050405020304" pitchFamily="18" charset="0"/>
              </a:rPr>
              <a:t>Many stories, memories, and personal experiences from Gaza remain undocumented or scattered across different media sources. </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8" name="Text 6"/>
          <p:cNvSpPr/>
          <p:nvPr/>
        </p:nvSpPr>
        <p:spPr>
          <a:xfrm>
            <a:off x="6057900" y="2996946"/>
            <a:ext cx="5394960" cy="1280160"/>
          </a:xfrm>
          <a:prstGeom prst="rect">
            <a:avLst/>
          </a:prstGeom>
          <a:ln>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lnSpcReduction="10000"/>
          </a:bodyPr>
          <a:lstStyle/>
          <a:p>
            <a:pPr marL="0" indent="0" algn="ctr">
              <a:buNone/>
            </a:pPr>
            <a:r>
              <a:rPr lang="en-US" sz="2400" b="1" dirty="0">
                <a:solidFill>
                  <a:srgbClr val="F5F5F5"/>
                </a:solidFill>
                <a:latin typeface="Times New Roman" panose="02020603050405020304" pitchFamily="18" charset="0"/>
                <a:ea typeface="Arial" pitchFamily="34" charset="-122"/>
                <a:cs typeface="Times New Roman" panose="02020603050405020304" pitchFamily="18" charset="0"/>
              </a:rPr>
              <a:t>The absence of a centralized platform dedicated to preserving and organizing these stories may result in the loss of valuable historical and humanitarian records. </a:t>
            </a:r>
            <a:endParaRPr lang="en-US" sz="2400" b="1" dirty="0">
              <a:latin typeface="Times New Roman" panose="02020603050405020304" pitchFamily="18" charset="0"/>
              <a:cs typeface="Times New Roman" panose="02020603050405020304" pitchFamily="18" charset="0"/>
            </a:endParaRPr>
          </a:p>
        </p:txBody>
      </p:sp>
      <p:sp>
        <p:nvSpPr>
          <p:cNvPr id="9" name="Text 7"/>
          <p:cNvSpPr/>
          <p:nvPr/>
        </p:nvSpPr>
        <p:spPr>
          <a:xfrm>
            <a:off x="6096000" y="4809744"/>
            <a:ext cx="5394960" cy="1280160"/>
          </a:xfrm>
          <a:prstGeom prst="rect">
            <a:avLst/>
          </a:prstGeom>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85000" lnSpcReduction="20000"/>
          </a:bodyPr>
          <a:lstStyle/>
          <a:p>
            <a:pPr marL="0" indent="0" algn="ctr">
              <a:buNone/>
            </a:pPr>
            <a:r>
              <a:rPr lang="en-US" sz="3000" b="1" dirty="0">
                <a:solidFill>
                  <a:srgbClr val="F5F5F5"/>
                </a:solidFill>
                <a:latin typeface="Times New Roman" panose="02020603050405020304" pitchFamily="18" charset="0"/>
                <a:ea typeface="Arial" pitchFamily="34" charset="-122"/>
                <a:cs typeface="Times New Roman" panose="02020603050405020304" pitchFamily="18" charset="0"/>
              </a:rPr>
              <a:t>limited accessibility to authentic testimonies reduces global awareness of the daily realities faced by the people of Gaza.</a:t>
            </a:r>
          </a:p>
          <a:p>
            <a:pPr marL="0" indent="0" algn="r">
              <a:buNone/>
            </a:pPr>
            <a:endParaRPr lang="en-US" sz="1500" dirty="0"/>
          </a:p>
        </p:txBody>
      </p:sp>
      <p:pic>
        <p:nvPicPr>
          <p:cNvPr id="14" name="Picture 13">
            <a:extLst>
              <a:ext uri="{FF2B5EF4-FFF2-40B4-BE49-F238E27FC236}">
                <a16:creationId xmlns:a16="http://schemas.microsoft.com/office/drawing/2014/main" id="{95F9A908-0E27-C31F-BA65-933A2150AB81}"/>
              </a:ext>
            </a:extLst>
          </p:cNvPr>
          <p:cNvPicPr>
            <a:picLocks noChangeAspect="1"/>
          </p:cNvPicPr>
          <p:nvPr/>
        </p:nvPicPr>
        <p:blipFill>
          <a:blip r:embed="rId4"/>
          <a:stretch>
            <a:fillRect/>
          </a:stretch>
        </p:blipFill>
        <p:spPr>
          <a:xfrm>
            <a:off x="309093" y="3965141"/>
            <a:ext cx="2006317" cy="2276332"/>
          </a:xfrm>
          <a:prstGeom prst="rect">
            <a:avLst/>
          </a:prstGeom>
        </p:spPr>
      </p:pic>
      <p:sp>
        <p:nvSpPr>
          <p:cNvPr id="12" name="TextBox 11">
            <a:extLst>
              <a:ext uri="{FF2B5EF4-FFF2-40B4-BE49-F238E27FC236}">
                <a16:creationId xmlns:a16="http://schemas.microsoft.com/office/drawing/2014/main" id="{364E9771-1D68-D426-B32E-1BB52326A648}"/>
              </a:ext>
            </a:extLst>
          </p:cNvPr>
          <p:cNvSpPr txBox="1"/>
          <p:nvPr/>
        </p:nvSpPr>
        <p:spPr>
          <a:xfrm>
            <a:off x="739140" y="1738697"/>
            <a:ext cx="4272177" cy="23083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5F5F5"/>
                </a:solidFill>
                <a:effectLst/>
                <a:uLnTx/>
                <a:uFillTx/>
                <a:latin typeface="Times New Roman" panose="02020603050405020304" pitchFamily="18" charset="0"/>
                <a:ea typeface="+mn-ea"/>
                <a:cs typeface="Times New Roman" panose="02020603050405020304" pitchFamily="18" charset="0"/>
              </a:rPr>
              <a:t>From scattered content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5F5F5"/>
                </a:solidFill>
                <a:effectLst/>
                <a:uLnTx/>
                <a:uFillTx/>
                <a:latin typeface="Times New Roman" panose="02020603050405020304" pitchFamily="18" charset="0"/>
                <a:ea typeface="+mn-ea"/>
                <a:cs typeface="Times New Roman" panose="02020603050405020304" pitchFamily="18" charset="0"/>
              </a:rPr>
              <a:t>To an organized archive</a:t>
            </a:r>
            <a:endPar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sndAc>
          <p:stSnd>
            <p:snd r:embed="rId3" name="drumroll.wav"/>
          </p:stSnd>
        </p:sndAc>
      </p:transition>
    </mc:Choice>
    <mc:Fallback>
      <p:transition spd="slow">
        <p:fade/>
        <p:sndAc>
          <p:stSnd>
            <p:snd r:embed="rId3" name="drumroll.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 calcmode="lin" valueType="num">
                                      <p:cBhvr>
                                        <p:cTn id="9" dur="2000" fill="hold"/>
                                        <p:tgtEl>
                                          <p:spTgt spid="2"/>
                                        </p:tgtEl>
                                        <p:attrNameLst>
                                          <p:attrName>style.rotation</p:attrName>
                                        </p:attrNameLst>
                                      </p:cBhvr>
                                      <p:tavLst>
                                        <p:tav tm="0">
                                          <p:val>
                                            <p:fltVal val="90"/>
                                          </p:val>
                                        </p:tav>
                                        <p:tav tm="100000">
                                          <p:val>
                                            <p:fltVal val="0"/>
                                          </p:val>
                                        </p:tav>
                                      </p:tavLst>
                                    </p:anim>
                                    <p:animEffect transition="in" filter="fade">
                                      <p:cBhvr>
                                        <p:cTn id="10" dur="200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par>
                          <p:cTn id="17" fill="hold">
                            <p:stCondLst>
                              <p:cond delay="2000"/>
                            </p:stCondLst>
                            <p:childTnLst>
                              <p:par>
                                <p:cTn id="18" presetID="25"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21"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22"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23" dur="1000" fill="hold"/>
                                        <p:tgtEl>
                                          <p:spTgt spid="12"/>
                                        </p:tgtEl>
                                        <p:attrNameLst>
                                          <p:attrName>ppt_h</p:attrName>
                                        </p:attrNameLst>
                                      </p:cBhvr>
                                      <p:tavLst>
                                        <p:tav tm="0">
                                          <p:val>
                                            <p:strVal val="#ppt_h"/>
                                          </p:val>
                                        </p:tav>
                                        <p:tav tm="100000">
                                          <p:val>
                                            <p:strVal val="#ppt_h"/>
                                          </p:val>
                                        </p:tav>
                                      </p:tavLst>
                                    </p:anim>
                                    <p:anim calcmode="lin" valueType="num">
                                      <p:cBhvr>
                                        <p:cTn id="24"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25"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26"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27" dur="1000" decel="50000">
                                          <p:stCondLst>
                                            <p:cond delay="0"/>
                                          </p:stCondLst>
                                        </p:cTn>
                                        <p:tgtEl>
                                          <p:spTgt spid="12"/>
                                        </p:tgtEl>
                                      </p:cBhvr>
                                    </p:animEffect>
                                  </p:childTnLst>
                                </p:cTn>
                              </p:par>
                            </p:childTnLst>
                          </p:cTn>
                        </p:par>
                        <p:par>
                          <p:cTn id="28" fill="hold">
                            <p:stCondLst>
                              <p:cond delay="3000"/>
                            </p:stCondLst>
                            <p:childTnLst>
                              <p:par>
                                <p:cTn id="29" presetID="37" presetClass="entr" presetSubtype="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2000"/>
                                        <p:tgtEl>
                                          <p:spTgt spid="7"/>
                                        </p:tgtEl>
                                      </p:cBhvr>
                                    </p:animEffect>
                                    <p:anim calcmode="lin" valueType="num">
                                      <p:cBhvr>
                                        <p:cTn id="32" dur="2000" fill="hold"/>
                                        <p:tgtEl>
                                          <p:spTgt spid="7"/>
                                        </p:tgtEl>
                                        <p:attrNameLst>
                                          <p:attrName>ppt_x</p:attrName>
                                        </p:attrNameLst>
                                      </p:cBhvr>
                                      <p:tavLst>
                                        <p:tav tm="0">
                                          <p:val>
                                            <p:strVal val="#ppt_x"/>
                                          </p:val>
                                        </p:tav>
                                        <p:tav tm="100000">
                                          <p:val>
                                            <p:strVal val="#ppt_x"/>
                                          </p:val>
                                        </p:tav>
                                      </p:tavLst>
                                    </p:anim>
                                    <p:anim calcmode="lin" valueType="num">
                                      <p:cBhvr>
                                        <p:cTn id="33" dur="1800" decel="100000" fill="hold"/>
                                        <p:tgtEl>
                                          <p:spTgt spid="7"/>
                                        </p:tgtEl>
                                        <p:attrNameLst>
                                          <p:attrName>ppt_y</p:attrName>
                                        </p:attrNameLst>
                                      </p:cBhvr>
                                      <p:tavLst>
                                        <p:tav tm="0">
                                          <p:val>
                                            <p:strVal val="#ppt_y+1"/>
                                          </p:val>
                                        </p:tav>
                                        <p:tav tm="100000">
                                          <p:val>
                                            <p:strVal val="#ppt_y-.03"/>
                                          </p:val>
                                        </p:tav>
                                      </p:tavLst>
                                    </p:anim>
                                    <p:anim calcmode="lin" valueType="num">
                                      <p:cBhvr>
                                        <p:cTn id="34" dur="200" accel="100000" fill="hold">
                                          <p:stCondLst>
                                            <p:cond delay="1800"/>
                                          </p:stCondLst>
                                        </p:cTn>
                                        <p:tgtEl>
                                          <p:spTgt spid="7"/>
                                        </p:tgtEl>
                                        <p:attrNameLst>
                                          <p:attrName>ppt_y</p:attrName>
                                        </p:attrNameLst>
                                      </p:cBhvr>
                                      <p:tavLst>
                                        <p:tav tm="0">
                                          <p:val>
                                            <p:strVal val="#ppt_y-.03"/>
                                          </p:val>
                                        </p:tav>
                                        <p:tav tm="100000">
                                          <p:val>
                                            <p:strVal val="#ppt_y"/>
                                          </p:val>
                                        </p:tav>
                                      </p:tavLst>
                                    </p:anim>
                                  </p:childTnLst>
                                </p:cTn>
                              </p:par>
                            </p:childTnLst>
                          </p:cTn>
                        </p:par>
                        <p:par>
                          <p:cTn id="35" fill="hold">
                            <p:stCondLst>
                              <p:cond delay="5000"/>
                            </p:stCondLst>
                            <p:childTnLst>
                              <p:par>
                                <p:cTn id="36" presetID="37" presetClass="entr" presetSubtype="0" fill="hold" grpId="0"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2000"/>
                                        <p:tgtEl>
                                          <p:spTgt spid="8"/>
                                        </p:tgtEl>
                                      </p:cBhvr>
                                    </p:animEffect>
                                    <p:anim calcmode="lin" valueType="num">
                                      <p:cBhvr>
                                        <p:cTn id="39" dur="2000" fill="hold"/>
                                        <p:tgtEl>
                                          <p:spTgt spid="8"/>
                                        </p:tgtEl>
                                        <p:attrNameLst>
                                          <p:attrName>ppt_x</p:attrName>
                                        </p:attrNameLst>
                                      </p:cBhvr>
                                      <p:tavLst>
                                        <p:tav tm="0">
                                          <p:val>
                                            <p:strVal val="#ppt_x"/>
                                          </p:val>
                                        </p:tav>
                                        <p:tav tm="100000">
                                          <p:val>
                                            <p:strVal val="#ppt_x"/>
                                          </p:val>
                                        </p:tav>
                                      </p:tavLst>
                                    </p:anim>
                                    <p:anim calcmode="lin" valueType="num">
                                      <p:cBhvr>
                                        <p:cTn id="40" dur="1800" decel="100000" fill="hold"/>
                                        <p:tgtEl>
                                          <p:spTgt spid="8"/>
                                        </p:tgtEl>
                                        <p:attrNameLst>
                                          <p:attrName>ppt_y</p:attrName>
                                        </p:attrNameLst>
                                      </p:cBhvr>
                                      <p:tavLst>
                                        <p:tav tm="0">
                                          <p:val>
                                            <p:strVal val="#ppt_y+1"/>
                                          </p:val>
                                        </p:tav>
                                        <p:tav tm="100000">
                                          <p:val>
                                            <p:strVal val="#ppt_y-.03"/>
                                          </p:val>
                                        </p:tav>
                                      </p:tavLst>
                                    </p:anim>
                                    <p:anim calcmode="lin" valueType="num">
                                      <p:cBhvr>
                                        <p:cTn id="41" dur="200" accel="100000" fill="hold">
                                          <p:stCondLst>
                                            <p:cond delay="1800"/>
                                          </p:stCondLst>
                                        </p:cTn>
                                        <p:tgtEl>
                                          <p:spTgt spid="8"/>
                                        </p:tgtEl>
                                        <p:attrNameLst>
                                          <p:attrName>ppt_y</p:attrName>
                                        </p:attrNameLst>
                                      </p:cBhvr>
                                      <p:tavLst>
                                        <p:tav tm="0">
                                          <p:val>
                                            <p:strVal val="#ppt_y-.03"/>
                                          </p:val>
                                        </p:tav>
                                        <p:tav tm="100000">
                                          <p:val>
                                            <p:strVal val="#ppt_y"/>
                                          </p:val>
                                        </p:tav>
                                      </p:tavLst>
                                    </p:anim>
                                  </p:childTnLst>
                                </p:cTn>
                              </p:par>
                            </p:childTnLst>
                          </p:cTn>
                        </p:par>
                        <p:par>
                          <p:cTn id="42" fill="hold">
                            <p:stCondLst>
                              <p:cond delay="7000"/>
                            </p:stCondLst>
                            <p:childTnLst>
                              <p:par>
                                <p:cTn id="43" presetID="37" presetClass="entr" presetSubtype="0"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2000"/>
                                        <p:tgtEl>
                                          <p:spTgt spid="9"/>
                                        </p:tgtEl>
                                      </p:cBhvr>
                                    </p:animEffect>
                                    <p:anim calcmode="lin" valueType="num">
                                      <p:cBhvr>
                                        <p:cTn id="46" dur="2000" fill="hold"/>
                                        <p:tgtEl>
                                          <p:spTgt spid="9"/>
                                        </p:tgtEl>
                                        <p:attrNameLst>
                                          <p:attrName>ppt_x</p:attrName>
                                        </p:attrNameLst>
                                      </p:cBhvr>
                                      <p:tavLst>
                                        <p:tav tm="0">
                                          <p:val>
                                            <p:strVal val="#ppt_x"/>
                                          </p:val>
                                        </p:tav>
                                        <p:tav tm="100000">
                                          <p:val>
                                            <p:strVal val="#ppt_x"/>
                                          </p:val>
                                        </p:tav>
                                      </p:tavLst>
                                    </p:anim>
                                    <p:anim calcmode="lin" valueType="num">
                                      <p:cBhvr>
                                        <p:cTn id="47" dur="1800" decel="100000" fill="hold"/>
                                        <p:tgtEl>
                                          <p:spTgt spid="9"/>
                                        </p:tgtEl>
                                        <p:attrNameLst>
                                          <p:attrName>ppt_y</p:attrName>
                                        </p:attrNameLst>
                                      </p:cBhvr>
                                      <p:tavLst>
                                        <p:tav tm="0">
                                          <p:val>
                                            <p:strVal val="#ppt_y+1"/>
                                          </p:val>
                                        </p:tav>
                                        <p:tav tm="100000">
                                          <p:val>
                                            <p:strVal val="#ppt_y-.03"/>
                                          </p:val>
                                        </p:tav>
                                      </p:tavLst>
                                    </p:anim>
                                    <p:anim calcmode="lin" valueType="num">
                                      <p:cBhvr>
                                        <p:cTn id="48" dur="200" accel="100000" fill="hold">
                                          <p:stCondLst>
                                            <p:cond delay="18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E0E"/>
        </a:solidFill>
        <a:effectLst/>
      </p:bgPr>
    </p:bg>
    <p:spTree>
      <p:nvGrpSpPr>
        <p:cNvPr id="1" name=""/>
        <p:cNvGrpSpPr/>
        <p:nvPr/>
      </p:nvGrpSpPr>
      <p:grpSpPr>
        <a:xfrm>
          <a:off x="0" y="0"/>
          <a:ext cx="0" cy="0"/>
          <a:chOff x="0" y="0"/>
          <a:chExt cx="0" cy="0"/>
        </a:xfrm>
      </p:grpSpPr>
      <p:sp>
        <p:nvSpPr>
          <p:cNvPr id="3" name="Text 0"/>
          <p:cNvSpPr/>
          <p:nvPr/>
        </p:nvSpPr>
        <p:spPr>
          <a:xfrm>
            <a:off x="141668" y="372264"/>
            <a:ext cx="3466992" cy="450696"/>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Proposed Solution</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a:off x="502920" y="822960"/>
            <a:ext cx="3105740" cy="50292"/>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8" name="Text 5"/>
          <p:cNvSpPr/>
          <p:nvPr/>
        </p:nvSpPr>
        <p:spPr>
          <a:xfrm>
            <a:off x="310431" y="1406598"/>
            <a:ext cx="2032345" cy="1078992"/>
          </a:xfrm>
          <a:prstGeom prst="rect">
            <a:avLst/>
          </a:prstGeom>
          <a:solidFill>
            <a:schemeClr val="bg1"/>
          </a:solidFill>
          <a:ln/>
        </p:spPr>
        <p:style>
          <a:lnRef idx="0">
            <a:schemeClr val="dk1"/>
          </a:lnRef>
          <a:fillRef idx="3">
            <a:schemeClr val="dk1"/>
          </a:fillRef>
          <a:effectRef idx="3">
            <a:schemeClr val="dk1"/>
          </a:effectRef>
          <a:fontRef idx="minor">
            <a:schemeClr val="lt1"/>
          </a:fontRef>
        </p:style>
        <p:txBody>
          <a:bodyPr wrap="square" lIns="635" tIns="635" rIns="635" bIns="635" rtlCol="0" anchor="ctr">
            <a:normAutofit lnSpcReduction="10000"/>
          </a:bodyPr>
          <a:lstStyle/>
          <a:p>
            <a:pPr marL="0" indent="0" algn="ctr">
              <a:buNone/>
            </a:pPr>
            <a:r>
              <a:rPr lang="en-US" sz="2400" b="1" dirty="0">
                <a:solidFill>
                  <a:schemeClr val="tx1"/>
                </a:solidFill>
                <a:latin typeface="Times New Roman" panose="02020603050405020304" pitchFamily="18" charset="0"/>
                <a:cs typeface="Times New Roman" panose="02020603050405020304" pitchFamily="18" charset="0"/>
              </a:rPr>
              <a:t>1</a:t>
            </a:r>
          </a:p>
          <a:p>
            <a:pPr algn="ctr"/>
            <a:r>
              <a:rPr lang="en-US" sz="2400" b="1" dirty="0">
                <a:solidFill>
                  <a:schemeClr val="tx1"/>
                </a:solidFill>
                <a:latin typeface="Times New Roman" panose="02020603050405020304" pitchFamily="18" charset="0"/>
                <a:cs typeface="Times New Roman" panose="02020603050405020304" pitchFamily="18" charset="0"/>
              </a:rPr>
              <a:t>Content documentation</a:t>
            </a:r>
          </a:p>
        </p:txBody>
      </p:sp>
      <p:sp>
        <p:nvSpPr>
          <p:cNvPr id="9" name="Text 6"/>
          <p:cNvSpPr/>
          <p:nvPr/>
        </p:nvSpPr>
        <p:spPr>
          <a:xfrm>
            <a:off x="2653206" y="1406598"/>
            <a:ext cx="2032345" cy="1078992"/>
          </a:xfrm>
          <a:prstGeom prst="rect">
            <a:avLst/>
          </a:prstGeom>
          <a:solidFill>
            <a:schemeClr val="bg1">
              <a:lumMod val="85000"/>
            </a:schemeClr>
          </a:solidFill>
          <a:ln/>
        </p:spPr>
        <p:style>
          <a:lnRef idx="0">
            <a:schemeClr val="dk1"/>
          </a:lnRef>
          <a:fillRef idx="3">
            <a:schemeClr val="dk1"/>
          </a:fillRef>
          <a:effectRef idx="3">
            <a:schemeClr val="dk1"/>
          </a:effectRef>
          <a:fontRef idx="minor">
            <a:schemeClr val="lt1"/>
          </a:fontRef>
        </p:style>
        <p:txBody>
          <a:bodyPr wrap="square" lIns="635" tIns="635" rIns="635" bIns="635" rtlCol="0" anchor="ctr">
            <a:normAutofit lnSpcReduction="10000"/>
          </a:bodyPr>
          <a:lstStyle/>
          <a:p>
            <a:pPr marL="0" indent="0" algn="ctr">
              <a:buNone/>
            </a:pPr>
            <a:r>
              <a:rPr lang="en-US" sz="2400" b="1" dirty="0">
                <a:solidFill>
                  <a:schemeClr val="tx1"/>
                </a:solidFill>
                <a:latin typeface="Times New Roman" panose="02020603050405020304" pitchFamily="18" charset="0"/>
                <a:cs typeface="Times New Roman" panose="02020603050405020304" pitchFamily="18" charset="0"/>
              </a:rPr>
              <a:t>2</a:t>
            </a:r>
          </a:p>
          <a:p>
            <a:pPr algn="ctr"/>
            <a:r>
              <a:rPr lang="en-US" sz="2400" b="1" dirty="0">
                <a:solidFill>
                  <a:schemeClr val="tx1"/>
                </a:solidFill>
                <a:latin typeface="Times New Roman" panose="02020603050405020304" pitchFamily="18" charset="0"/>
                <a:cs typeface="Times New Roman" panose="02020603050405020304" pitchFamily="18" charset="0"/>
              </a:rPr>
              <a:t>Story Classification</a:t>
            </a:r>
          </a:p>
        </p:txBody>
      </p:sp>
      <p:sp>
        <p:nvSpPr>
          <p:cNvPr id="10" name="Text 7"/>
          <p:cNvSpPr/>
          <p:nvPr/>
        </p:nvSpPr>
        <p:spPr>
          <a:xfrm>
            <a:off x="5079827" y="1406598"/>
            <a:ext cx="2032345" cy="1078992"/>
          </a:xfrm>
          <a:prstGeom prst="rect">
            <a:avLst/>
          </a:prstGeom>
          <a:solidFill>
            <a:schemeClr val="tx1">
              <a:lumMod val="65000"/>
              <a:lumOff val="35000"/>
            </a:schemeClr>
          </a:solidFill>
          <a:ln/>
        </p:spPr>
        <p:style>
          <a:lnRef idx="0">
            <a:schemeClr val="dk1"/>
          </a:lnRef>
          <a:fillRef idx="3">
            <a:schemeClr val="dk1"/>
          </a:fillRef>
          <a:effectRef idx="3">
            <a:schemeClr val="dk1"/>
          </a:effectRef>
          <a:fontRef idx="minor">
            <a:schemeClr val="lt1"/>
          </a:fontRef>
        </p:style>
        <p:txBody>
          <a:bodyPr wrap="square" lIns="635" tIns="635" rIns="635" bIns="635" rtlCol="0" anchor="ctr">
            <a:normAutofit fontScale="92500" lnSpcReduction="20000"/>
          </a:bodyPr>
          <a:lstStyle/>
          <a:p>
            <a:pPr marL="0" indent="0" algn="ctr">
              <a:buNone/>
            </a:pPr>
            <a:r>
              <a:rPr lang="en-US" sz="2400" b="1" dirty="0">
                <a:solidFill>
                  <a:srgbClr val="F5F5F5"/>
                </a:solidFill>
                <a:latin typeface="Times New Roman" panose="02020603050405020304" pitchFamily="18" charset="0"/>
                <a:cs typeface="Times New Roman" panose="02020603050405020304" pitchFamily="18" charset="0"/>
              </a:rPr>
              <a:t>3</a:t>
            </a:r>
            <a:endParaRPr lang="en-US" sz="2400" b="1" dirty="0">
              <a:latin typeface="Times New Roman" panose="02020603050405020304" pitchFamily="18" charset="0"/>
              <a:cs typeface="Times New Roman" panose="02020603050405020304" pitchFamily="18" charset="0"/>
            </a:endParaRPr>
          </a:p>
          <a:p>
            <a:pPr algn="ctr"/>
            <a:r>
              <a:rPr lang="en-US" sz="2400" b="1" dirty="0">
                <a:solidFill>
                  <a:srgbClr val="F5F5F5"/>
                </a:solidFill>
                <a:latin typeface="Times New Roman" panose="02020603050405020304" pitchFamily="18" charset="0"/>
                <a:cs typeface="Times New Roman" panose="02020603050405020304" pitchFamily="18" charset="0"/>
              </a:rPr>
              <a:t>Uploading photos and videos</a:t>
            </a:r>
            <a:endParaRPr lang="en-US" sz="2400" b="1" dirty="0">
              <a:latin typeface="Times New Roman" panose="02020603050405020304" pitchFamily="18" charset="0"/>
              <a:cs typeface="Times New Roman" panose="02020603050405020304" pitchFamily="18" charset="0"/>
            </a:endParaRPr>
          </a:p>
        </p:txBody>
      </p:sp>
      <p:sp>
        <p:nvSpPr>
          <p:cNvPr id="11" name="Text 8"/>
          <p:cNvSpPr/>
          <p:nvPr/>
        </p:nvSpPr>
        <p:spPr>
          <a:xfrm>
            <a:off x="7619740" y="1406598"/>
            <a:ext cx="2032345" cy="1078992"/>
          </a:xfrm>
          <a:prstGeom prst="rect">
            <a:avLst/>
          </a:prstGeom>
          <a:ln>
            <a:solidFill>
              <a:srgbClr val="B42632"/>
            </a:solidFill>
          </a:ln>
        </p:spPr>
        <p:style>
          <a:lnRef idx="0">
            <a:schemeClr val="dk1"/>
          </a:lnRef>
          <a:fillRef idx="3">
            <a:schemeClr val="dk1"/>
          </a:fillRef>
          <a:effectRef idx="3">
            <a:schemeClr val="dk1"/>
          </a:effectRef>
          <a:fontRef idx="minor">
            <a:schemeClr val="lt1"/>
          </a:fontRef>
        </p:style>
        <p:txBody>
          <a:bodyPr wrap="square" lIns="635" tIns="635" rIns="635" bIns="635" rtlCol="0" anchor="ctr">
            <a:normAutofit/>
          </a:bodyPr>
          <a:lstStyle/>
          <a:p>
            <a:pPr marL="0" indent="0" algn="ctr">
              <a:buNone/>
            </a:pPr>
            <a:r>
              <a:rPr lang="en-US" sz="2400" b="1" dirty="0">
                <a:solidFill>
                  <a:srgbClr val="F5F5F5"/>
                </a:solidFill>
                <a:latin typeface="Times New Roman" panose="02020603050405020304" pitchFamily="18" charset="0"/>
                <a:cs typeface="Times New Roman" panose="02020603050405020304" pitchFamily="18" charset="0"/>
              </a:rPr>
              <a:t>4</a:t>
            </a:r>
            <a:endParaRPr lang="en-US" sz="2400" b="1" dirty="0">
              <a:latin typeface="Times New Roman" panose="02020603050405020304" pitchFamily="18" charset="0"/>
              <a:cs typeface="Times New Roman" panose="02020603050405020304" pitchFamily="18" charset="0"/>
            </a:endParaRPr>
          </a:p>
          <a:p>
            <a:pPr algn="ctr"/>
            <a:r>
              <a:rPr lang="en-US" sz="2400" b="1" dirty="0">
                <a:solidFill>
                  <a:srgbClr val="F5F5F5"/>
                </a:solidFill>
                <a:latin typeface="Times New Roman" panose="02020603050405020304" pitchFamily="18" charset="0"/>
                <a:cs typeface="Times New Roman" panose="02020603050405020304" pitchFamily="18" charset="0"/>
              </a:rPr>
              <a:t>User display</a:t>
            </a:r>
            <a:endParaRPr lang="en-US" sz="20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952564E1-7633-A30A-625D-C03E4AAFE858}"/>
              </a:ext>
            </a:extLst>
          </p:cNvPr>
          <p:cNvPicPr>
            <a:picLocks noChangeAspect="1"/>
          </p:cNvPicPr>
          <p:nvPr/>
        </p:nvPicPr>
        <p:blipFill>
          <a:blip r:embed="rId4"/>
          <a:stretch>
            <a:fillRect/>
          </a:stretch>
        </p:blipFill>
        <p:spPr>
          <a:xfrm>
            <a:off x="8977745" y="2961306"/>
            <a:ext cx="2885845" cy="3274229"/>
          </a:xfrm>
          <a:prstGeom prst="rect">
            <a:avLst/>
          </a:prstGeom>
        </p:spPr>
      </p:pic>
      <p:sp>
        <p:nvSpPr>
          <p:cNvPr id="12" name="Text 9"/>
          <p:cNvSpPr/>
          <p:nvPr/>
        </p:nvSpPr>
        <p:spPr>
          <a:xfrm>
            <a:off x="10048818" y="1406598"/>
            <a:ext cx="2032345" cy="1078992"/>
          </a:xfrm>
          <a:prstGeom prst="rect">
            <a:avLst/>
          </a:prstGeom>
          <a:solidFill>
            <a:srgbClr val="B42632"/>
          </a:solidFill>
          <a:ln/>
        </p:spPr>
        <p:style>
          <a:lnRef idx="0">
            <a:schemeClr val="dk1"/>
          </a:lnRef>
          <a:fillRef idx="3">
            <a:schemeClr val="dk1"/>
          </a:fillRef>
          <a:effectRef idx="3">
            <a:schemeClr val="dk1"/>
          </a:effectRef>
          <a:fontRef idx="minor">
            <a:schemeClr val="lt1"/>
          </a:fontRef>
        </p:style>
        <p:txBody>
          <a:bodyPr wrap="square" lIns="635" tIns="635" rIns="635" bIns="635" rtlCol="0" anchor="ctr">
            <a:normAutofit lnSpcReduction="10000"/>
          </a:bodyPr>
          <a:lstStyle/>
          <a:p>
            <a:pPr marL="0" indent="0" algn="ctr">
              <a:buNone/>
            </a:pPr>
            <a:r>
              <a:rPr lang="en-US" sz="2400" b="1" dirty="0">
                <a:solidFill>
                  <a:srgbClr val="F5F5F5"/>
                </a:solidFill>
                <a:latin typeface="Times New Roman" panose="02020603050405020304" pitchFamily="18" charset="0"/>
                <a:cs typeface="Times New Roman" panose="02020603050405020304" pitchFamily="18" charset="0"/>
              </a:rPr>
              <a:t>5</a:t>
            </a:r>
            <a:endParaRPr lang="en-US" sz="2400" b="1" dirty="0">
              <a:latin typeface="Times New Roman" panose="02020603050405020304" pitchFamily="18" charset="0"/>
              <a:cs typeface="Times New Roman" panose="02020603050405020304" pitchFamily="18" charset="0"/>
            </a:endParaRPr>
          </a:p>
          <a:p>
            <a:pPr algn="ctr"/>
            <a:r>
              <a:rPr lang="en-US" sz="2400" b="1" dirty="0">
                <a:solidFill>
                  <a:srgbClr val="F5F5F5"/>
                </a:solidFill>
                <a:latin typeface="Times New Roman" panose="02020603050405020304" pitchFamily="18" charset="0"/>
                <a:cs typeface="Times New Roman" panose="02020603050405020304" pitchFamily="18" charset="0"/>
              </a:rPr>
              <a:t>Management via Dashboard</a:t>
            </a:r>
            <a:endParaRPr lang="en-US" sz="2400" b="1" dirty="0">
              <a:latin typeface="Times New Roman" panose="02020603050405020304" pitchFamily="18" charset="0"/>
              <a:cs typeface="Times New Roman" panose="02020603050405020304" pitchFamily="18" charset="0"/>
            </a:endParaRPr>
          </a:p>
        </p:txBody>
      </p:sp>
      <p:sp>
        <p:nvSpPr>
          <p:cNvPr id="14" name="Text 11"/>
          <p:cNvSpPr/>
          <p:nvPr/>
        </p:nvSpPr>
        <p:spPr>
          <a:xfrm>
            <a:off x="328410" y="3264569"/>
            <a:ext cx="7352550" cy="2598313"/>
          </a:xfrm>
          <a:prstGeom prst="rect">
            <a:avLst/>
          </a:prstGeom>
          <a:noFill/>
          <a:ln/>
        </p:spPr>
        <p:txBody>
          <a:bodyPr wrap="square" lIns="508" tIns="508" rIns="508" bIns="508" rtlCol="0" anchor="t">
            <a:normAutofit/>
          </a:bodyPr>
          <a:lstStyle/>
          <a:p>
            <a:pPr marL="285750" indent="-285750">
              <a:buFont typeface="Arial" panose="020B0604020202020204" pitchFamily="34" charset="0"/>
              <a:buChar char="•"/>
            </a:pPr>
            <a:r>
              <a:rPr lang="en-US" b="1" dirty="0">
                <a:solidFill>
                  <a:srgbClr val="F5F5F5"/>
                </a:solidFill>
                <a:latin typeface="Times New Roman" panose="02020603050405020304" pitchFamily="18" charset="0"/>
                <a:cs typeface="Times New Roman" panose="02020603050405020304" pitchFamily="18" charset="0"/>
              </a:rPr>
              <a:t>A single platform that brings together all the essential types of content.</a:t>
            </a:r>
          </a:p>
          <a:p>
            <a:pPr algn="r"/>
            <a:endParaRPr lang="en-US" b="1" dirty="0">
              <a:solidFill>
                <a:srgbClr val="F5F5F5"/>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rgbClr val="F5F5F5"/>
                </a:solidFill>
                <a:latin typeface="Times New Roman" panose="02020603050405020304" pitchFamily="18" charset="0"/>
                <a:cs typeface="Times New Roman" panose="02020603050405020304" pitchFamily="18" charset="0"/>
              </a:rPr>
              <a:t>Browse by category with an Arabic user experience.</a:t>
            </a:r>
          </a:p>
          <a:p>
            <a:pPr algn="r"/>
            <a:endParaRPr lang="en-US" b="1" dirty="0">
              <a:solidFill>
                <a:srgbClr val="F5F5F5"/>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rgbClr val="F5F5F5"/>
                </a:solidFill>
                <a:latin typeface="Times New Roman" panose="02020603050405020304" pitchFamily="18" charset="0"/>
                <a:cs typeface="Times New Roman" panose="02020603050405020304" pitchFamily="18" charset="0"/>
              </a:rPr>
              <a:t>An admin panel for adding, editing, and deleting content.</a:t>
            </a:r>
          </a:p>
          <a:p>
            <a:pPr algn="r"/>
            <a:endParaRPr lang="en-US" b="1" dirty="0">
              <a:solidFill>
                <a:srgbClr val="F5F5F5"/>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rgbClr val="F5F5F5"/>
                </a:solidFill>
                <a:latin typeface="Times New Roman" panose="02020603050405020304" pitchFamily="18" charset="0"/>
                <a:cs typeface="Times New Roman" panose="02020603050405020304" pitchFamily="18" charset="0"/>
              </a:rPr>
              <a:t>A submission form for new content.</a:t>
            </a:r>
            <a:endParaRPr lang="en-US"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sndAc>
          <p:stSnd>
            <p:snd r:embed="rId3" name="drumroll.wav"/>
          </p:stSnd>
        </p:sndAc>
      </p:transition>
    </mc:Choice>
    <mc:Fallback>
      <p:transition spd="slow">
        <p:fade/>
        <p:sndAc>
          <p:stSnd>
            <p:snd r:embed="rId3" name="drumroll.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1" presetClass="entr" presetSubtype="1"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heel(1)">
                                      <p:cBhvr>
                                        <p:cTn id="18" dur="2000"/>
                                        <p:tgtEl>
                                          <p:spTgt spid="8"/>
                                        </p:tgtEl>
                                      </p:cBhvr>
                                    </p:animEffect>
                                  </p:childTnLst>
                                </p:cTn>
                              </p:par>
                              <p:par>
                                <p:cTn id="19" presetID="21" presetClass="entr" presetSubtype="1"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1)">
                                      <p:cBhvr>
                                        <p:cTn id="21" dur="2000"/>
                                        <p:tgtEl>
                                          <p:spTgt spid="9"/>
                                        </p:tgtEl>
                                      </p:cBhvr>
                                    </p:animEffect>
                                  </p:childTnLst>
                                </p:cTn>
                              </p:par>
                              <p:par>
                                <p:cTn id="22" presetID="21" presetClass="entr" presetSubtype="1"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heel(1)">
                                      <p:cBhvr>
                                        <p:cTn id="24" dur="2000"/>
                                        <p:tgtEl>
                                          <p:spTgt spid="10"/>
                                        </p:tgtEl>
                                      </p:cBhvr>
                                    </p:animEffect>
                                  </p:childTnLst>
                                </p:cTn>
                              </p:par>
                              <p:par>
                                <p:cTn id="25" presetID="21" presetClass="entr" presetSubtype="1"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heel(1)">
                                      <p:cBhvr>
                                        <p:cTn id="27" dur="2000"/>
                                        <p:tgtEl>
                                          <p:spTgt spid="11"/>
                                        </p:tgtEl>
                                      </p:cBhvr>
                                    </p:animEffect>
                                  </p:childTnLst>
                                </p:cTn>
                              </p:par>
                              <p:par>
                                <p:cTn id="28" presetID="21" presetClass="entr" presetSubtype="1"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heel(1)">
                                      <p:cBhvr>
                                        <p:cTn id="30" dur="2000"/>
                                        <p:tgtEl>
                                          <p:spTgt spid="12"/>
                                        </p:tgtEl>
                                      </p:cBhvr>
                                    </p:animEffect>
                                  </p:childTnLst>
                                </p:cTn>
                              </p:par>
                            </p:childTnLst>
                          </p:cTn>
                        </p:par>
                        <p:par>
                          <p:cTn id="31" fill="hold">
                            <p:stCondLst>
                              <p:cond delay="400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2000"/>
                                        <p:tgtEl>
                                          <p:spTgt spid="14"/>
                                        </p:tgtEl>
                                      </p:cBhvr>
                                    </p:animEffect>
                                    <p:anim calcmode="lin" valueType="num">
                                      <p:cBhvr>
                                        <p:cTn id="35" dur="2000" fill="hold"/>
                                        <p:tgtEl>
                                          <p:spTgt spid="14"/>
                                        </p:tgtEl>
                                        <p:attrNameLst>
                                          <p:attrName>ppt_x</p:attrName>
                                        </p:attrNameLst>
                                      </p:cBhvr>
                                      <p:tavLst>
                                        <p:tav tm="0">
                                          <p:val>
                                            <p:strVal val="#ppt_x"/>
                                          </p:val>
                                        </p:tav>
                                        <p:tav tm="100000">
                                          <p:val>
                                            <p:strVal val="#ppt_x"/>
                                          </p:val>
                                        </p:tav>
                                      </p:tavLst>
                                    </p:anim>
                                    <p:anim calcmode="lin" valueType="num">
                                      <p:cBhvr>
                                        <p:cTn id="36" dur="2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P spid="10" grpId="0" animBg="1"/>
      <p:bldP spid="11" grpId="0" animBg="1"/>
      <p:bldP spid="12"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244699" y="329184"/>
            <a:ext cx="3273809" cy="493776"/>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Project Objectives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335494" y="822960"/>
            <a:ext cx="3183013" cy="56087"/>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06</a:t>
            </a:r>
            <a:endParaRPr lang="en-US" sz="1000" dirty="0"/>
          </a:p>
        </p:txBody>
      </p:sp>
      <p:sp>
        <p:nvSpPr>
          <p:cNvPr id="7" name="Text 5"/>
          <p:cNvSpPr/>
          <p:nvPr/>
        </p:nvSpPr>
        <p:spPr>
          <a:xfrm>
            <a:off x="731520" y="1417320"/>
            <a:ext cx="3429000" cy="1417320"/>
          </a:xfrm>
          <a:prstGeom prst="rect">
            <a:avLst/>
          </a:prstGeom>
          <a:solidFill>
            <a:schemeClr val="bg1"/>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a:bodyPr>
          <a:lstStyle/>
          <a:p>
            <a:pPr lvl="0" algn="ctr"/>
            <a:r>
              <a:rPr lang="ar-SA" sz="2800" b="1" dirty="0">
                <a:solidFill>
                  <a:schemeClr val="tx1"/>
                </a:solidFill>
                <a:latin typeface="Times New Roman" panose="02020603050405020304" pitchFamily="18" charset="0"/>
                <a:cs typeface="Times New Roman" panose="02020603050405020304" pitchFamily="18" charset="0"/>
              </a:rPr>
              <a:t> </a:t>
            </a:r>
            <a:r>
              <a:rPr lang="en-PS" sz="2800" b="1" dirty="0">
                <a:solidFill>
                  <a:schemeClr val="tx1"/>
                </a:solidFill>
                <a:latin typeface="Times New Roman" panose="02020603050405020304" pitchFamily="18" charset="0"/>
                <a:cs typeface="Times New Roman" panose="02020603050405020304" pitchFamily="18" charset="0"/>
              </a:rPr>
              <a:t>Document real stories and personal testimonies from Gaza.</a:t>
            </a:r>
          </a:p>
        </p:txBody>
      </p:sp>
      <p:sp>
        <p:nvSpPr>
          <p:cNvPr id="8" name="Text 6"/>
          <p:cNvSpPr/>
          <p:nvPr/>
        </p:nvSpPr>
        <p:spPr>
          <a:xfrm>
            <a:off x="4480560" y="1417320"/>
            <a:ext cx="3429000" cy="1417320"/>
          </a:xfrm>
          <a:prstGeom prst="rect">
            <a:avLst/>
          </a:prstGeom>
          <a:solidFill>
            <a:schemeClr val="bg1">
              <a:lumMod val="85000"/>
            </a:schemeClr>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85000" lnSpcReduction="10000"/>
          </a:bodyPr>
          <a:lstStyle/>
          <a:p>
            <a:pPr lvl="0" algn="ctr"/>
            <a:r>
              <a:rPr lang="ar-SA" sz="2800" b="1" dirty="0">
                <a:solidFill>
                  <a:schemeClr val="tx1"/>
                </a:solidFill>
                <a:latin typeface="Times New Roman" panose="02020603050405020304" pitchFamily="18" charset="0"/>
                <a:cs typeface="Times New Roman" panose="02020603050405020304" pitchFamily="18" charset="0"/>
              </a:rPr>
              <a:t> </a:t>
            </a:r>
            <a:r>
              <a:rPr lang="en-PS" sz="2800" b="1" dirty="0">
                <a:solidFill>
                  <a:schemeClr val="tx1"/>
                </a:solidFill>
                <a:latin typeface="Times New Roman" panose="02020603050405020304" pitchFamily="18" charset="0"/>
                <a:cs typeface="Times New Roman" panose="02020603050405020304" pitchFamily="18" charset="0"/>
              </a:rPr>
              <a:t>Preserve photographs, videos, and multimedia materials in a structured digital archive.</a:t>
            </a:r>
          </a:p>
        </p:txBody>
      </p:sp>
      <p:sp>
        <p:nvSpPr>
          <p:cNvPr id="9" name="Text 7"/>
          <p:cNvSpPr/>
          <p:nvPr/>
        </p:nvSpPr>
        <p:spPr>
          <a:xfrm>
            <a:off x="8229600" y="1417320"/>
            <a:ext cx="3429000" cy="1417320"/>
          </a:xfrm>
          <a:prstGeom prst="rect">
            <a:avLst/>
          </a:prstGeom>
          <a:solidFill>
            <a:schemeClr val="bg1">
              <a:lumMod val="75000"/>
            </a:schemeClr>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lnSpcReduction="20000"/>
          </a:bodyPr>
          <a:lstStyle/>
          <a:p>
            <a:pPr lvl="0" algn="ctr"/>
            <a:r>
              <a:rPr lang="en-PS" sz="2800" b="1" dirty="0">
                <a:solidFill>
                  <a:schemeClr val="tx1"/>
                </a:solidFill>
                <a:latin typeface="Times New Roman" panose="02020603050405020304" pitchFamily="18" charset="0"/>
                <a:cs typeface="Times New Roman" panose="02020603050405020304" pitchFamily="18" charset="0"/>
              </a:rPr>
              <a:t>Provide users with easy access to documentary content through an organized platform.</a:t>
            </a:r>
          </a:p>
        </p:txBody>
      </p:sp>
      <p:sp>
        <p:nvSpPr>
          <p:cNvPr id="10" name="Text 8"/>
          <p:cNvSpPr/>
          <p:nvPr/>
        </p:nvSpPr>
        <p:spPr>
          <a:xfrm>
            <a:off x="731520" y="3291840"/>
            <a:ext cx="3429000" cy="1417320"/>
          </a:xfrm>
          <a:prstGeom prst="rect">
            <a:avLst/>
          </a:prstGeom>
          <a:solidFill>
            <a:schemeClr val="tx1">
              <a:lumMod val="65000"/>
              <a:lumOff val="35000"/>
            </a:schemeClr>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85000" lnSpcReduction="10000"/>
          </a:bodyPr>
          <a:lstStyle/>
          <a:p>
            <a:pPr lvl="0" algn="ctr"/>
            <a:r>
              <a:rPr lang="en-PS" sz="2800" b="1" dirty="0">
                <a:solidFill>
                  <a:schemeClr val="bg1"/>
                </a:solidFill>
                <a:latin typeface="Times New Roman" panose="02020603050405020304" pitchFamily="18" charset="0"/>
                <a:cs typeface="Times New Roman" panose="02020603050405020304" pitchFamily="18" charset="0"/>
              </a:rPr>
              <a:t>Present interactive maps and statistical information to support understanding of events.</a:t>
            </a:r>
          </a:p>
        </p:txBody>
      </p:sp>
      <p:sp>
        <p:nvSpPr>
          <p:cNvPr id="11" name="Text 9"/>
          <p:cNvSpPr/>
          <p:nvPr/>
        </p:nvSpPr>
        <p:spPr>
          <a:xfrm>
            <a:off x="4480560" y="3291840"/>
            <a:ext cx="3429000" cy="1417320"/>
          </a:xfrm>
          <a:prstGeom prst="rect">
            <a:avLst/>
          </a:prstGeom>
          <a:ln>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a:bodyPr>
          <a:lstStyle/>
          <a:p>
            <a:pPr lvl="0" algn="ctr"/>
            <a:r>
              <a:rPr lang="en-PS" sz="2400" b="1" dirty="0">
                <a:solidFill>
                  <a:schemeClr val="bg1"/>
                </a:solidFill>
                <a:latin typeface="Times New Roman" panose="02020603050405020304" pitchFamily="18" charset="0"/>
                <a:cs typeface="Times New Roman" panose="02020603050405020304" pitchFamily="18" charset="0"/>
              </a:rPr>
              <a:t>Increase local and international awareness of humanitarian issues through authentic content.</a:t>
            </a:r>
          </a:p>
        </p:txBody>
      </p:sp>
      <p:sp>
        <p:nvSpPr>
          <p:cNvPr id="12" name="Text 10"/>
          <p:cNvSpPr/>
          <p:nvPr/>
        </p:nvSpPr>
        <p:spPr>
          <a:xfrm>
            <a:off x="8229600" y="3291840"/>
            <a:ext cx="3429000" cy="1417320"/>
          </a:xfrm>
          <a:prstGeom prst="rect">
            <a:avLst/>
          </a:prstGeom>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a:bodyPr>
          <a:lstStyle/>
          <a:p>
            <a:pPr lvl="0" algn="ctr"/>
            <a:r>
              <a:rPr lang="en-PS" sz="2800" b="1" dirty="0">
                <a:solidFill>
                  <a:schemeClr val="bg1"/>
                </a:solidFill>
                <a:latin typeface="Times New Roman" panose="02020603050405020304" pitchFamily="18" charset="0"/>
                <a:cs typeface="Times New Roman" panose="02020603050405020304" pitchFamily="18" charset="0"/>
              </a:rPr>
              <a:t>Preserve Palestinian memory using modern digital technologies.</a:t>
            </a:r>
          </a:p>
        </p:txBody>
      </p:sp>
      <p:sp>
        <p:nvSpPr>
          <p:cNvPr id="4" name="Right Arrow 3">
            <a:hlinkClick r:id="rId4" action="ppaction://hlinksldjump"/>
            <a:extLst>
              <a:ext uri="{FF2B5EF4-FFF2-40B4-BE49-F238E27FC236}">
                <a16:creationId xmlns:a16="http://schemas.microsoft.com/office/drawing/2014/main" id="{30A1F2DD-3E97-8187-494A-2EA8DD250C4B}"/>
              </a:ext>
            </a:extLst>
          </p:cNvPr>
          <p:cNvSpPr/>
          <p:nvPr/>
        </p:nvSpPr>
        <p:spPr>
          <a:xfrm rot="10800000">
            <a:off x="244699" y="5832892"/>
            <a:ext cx="1338943" cy="40429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invX="1"/>
        <p:sndAc>
          <p:stSnd>
            <p:snd r:embed="rId3" name="suction.wav"/>
          </p:stSnd>
        </p:sndAc>
      </p:transition>
    </mc:Choice>
    <mc:Fallback>
      <p:transition spd="slow">
        <p:fade/>
        <p:sndAc>
          <p:stSnd>
            <p:snd r:embed="rId3" name="suction.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2000" fill="hold"/>
                                        <p:tgtEl>
                                          <p:spTgt spid="7"/>
                                        </p:tgtEl>
                                        <p:attrNameLst>
                                          <p:attrName>ppt_w</p:attrName>
                                        </p:attrNameLst>
                                      </p:cBhvr>
                                      <p:tavLst>
                                        <p:tav tm="0">
                                          <p:val>
                                            <p:fltVal val="0"/>
                                          </p:val>
                                        </p:tav>
                                        <p:tav tm="100000">
                                          <p:val>
                                            <p:strVal val="#ppt_w"/>
                                          </p:val>
                                        </p:tav>
                                      </p:tavLst>
                                    </p:anim>
                                    <p:anim calcmode="lin" valueType="num">
                                      <p:cBhvr>
                                        <p:cTn id="19" dur="2000" fill="hold"/>
                                        <p:tgtEl>
                                          <p:spTgt spid="7"/>
                                        </p:tgtEl>
                                        <p:attrNameLst>
                                          <p:attrName>ppt_h</p:attrName>
                                        </p:attrNameLst>
                                      </p:cBhvr>
                                      <p:tavLst>
                                        <p:tav tm="0">
                                          <p:val>
                                            <p:fltVal val="0"/>
                                          </p:val>
                                        </p:tav>
                                        <p:tav tm="100000">
                                          <p:val>
                                            <p:strVal val="#ppt_h"/>
                                          </p:val>
                                        </p:tav>
                                      </p:tavLst>
                                    </p:anim>
                                  </p:childTnLst>
                                </p:cTn>
                              </p:par>
                            </p:childTnLst>
                          </p:cTn>
                        </p:par>
                        <p:par>
                          <p:cTn id="20" fill="hold">
                            <p:stCondLst>
                              <p:cond delay="4000"/>
                            </p:stCondLst>
                            <p:childTnLst>
                              <p:par>
                                <p:cTn id="21" presetID="23" presetClass="entr" presetSubtype="16"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2000" fill="hold"/>
                                        <p:tgtEl>
                                          <p:spTgt spid="8"/>
                                        </p:tgtEl>
                                        <p:attrNameLst>
                                          <p:attrName>ppt_w</p:attrName>
                                        </p:attrNameLst>
                                      </p:cBhvr>
                                      <p:tavLst>
                                        <p:tav tm="0">
                                          <p:val>
                                            <p:fltVal val="0"/>
                                          </p:val>
                                        </p:tav>
                                        <p:tav tm="100000">
                                          <p:val>
                                            <p:strVal val="#ppt_w"/>
                                          </p:val>
                                        </p:tav>
                                      </p:tavLst>
                                    </p:anim>
                                    <p:anim calcmode="lin" valueType="num">
                                      <p:cBhvr>
                                        <p:cTn id="24" dur="2000" fill="hold"/>
                                        <p:tgtEl>
                                          <p:spTgt spid="8"/>
                                        </p:tgtEl>
                                        <p:attrNameLst>
                                          <p:attrName>ppt_h</p:attrName>
                                        </p:attrNameLst>
                                      </p:cBhvr>
                                      <p:tavLst>
                                        <p:tav tm="0">
                                          <p:val>
                                            <p:fltVal val="0"/>
                                          </p:val>
                                        </p:tav>
                                        <p:tav tm="100000">
                                          <p:val>
                                            <p:strVal val="#ppt_h"/>
                                          </p:val>
                                        </p:tav>
                                      </p:tavLst>
                                    </p:anim>
                                  </p:childTnLst>
                                </p:cTn>
                              </p:par>
                            </p:childTnLst>
                          </p:cTn>
                        </p:par>
                        <p:par>
                          <p:cTn id="25" fill="hold">
                            <p:stCondLst>
                              <p:cond delay="6000"/>
                            </p:stCondLst>
                            <p:childTnLst>
                              <p:par>
                                <p:cTn id="26" presetID="2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2000" fill="hold"/>
                                        <p:tgtEl>
                                          <p:spTgt spid="9"/>
                                        </p:tgtEl>
                                        <p:attrNameLst>
                                          <p:attrName>ppt_w</p:attrName>
                                        </p:attrNameLst>
                                      </p:cBhvr>
                                      <p:tavLst>
                                        <p:tav tm="0">
                                          <p:val>
                                            <p:fltVal val="0"/>
                                          </p:val>
                                        </p:tav>
                                        <p:tav tm="100000">
                                          <p:val>
                                            <p:strVal val="#ppt_w"/>
                                          </p:val>
                                        </p:tav>
                                      </p:tavLst>
                                    </p:anim>
                                    <p:anim calcmode="lin" valueType="num">
                                      <p:cBhvr>
                                        <p:cTn id="29" dur="2000" fill="hold"/>
                                        <p:tgtEl>
                                          <p:spTgt spid="9"/>
                                        </p:tgtEl>
                                        <p:attrNameLst>
                                          <p:attrName>ppt_h</p:attrName>
                                        </p:attrNameLst>
                                      </p:cBhvr>
                                      <p:tavLst>
                                        <p:tav tm="0">
                                          <p:val>
                                            <p:fltVal val="0"/>
                                          </p:val>
                                        </p:tav>
                                        <p:tav tm="100000">
                                          <p:val>
                                            <p:strVal val="#ppt_h"/>
                                          </p:val>
                                        </p:tav>
                                      </p:tavLst>
                                    </p:anim>
                                  </p:childTnLst>
                                </p:cTn>
                              </p:par>
                            </p:childTnLst>
                          </p:cTn>
                        </p:par>
                        <p:par>
                          <p:cTn id="30" fill="hold">
                            <p:stCondLst>
                              <p:cond delay="8000"/>
                            </p:stCondLst>
                            <p:childTnLst>
                              <p:par>
                                <p:cTn id="31" presetID="2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2000" fill="hold"/>
                                        <p:tgtEl>
                                          <p:spTgt spid="10"/>
                                        </p:tgtEl>
                                        <p:attrNameLst>
                                          <p:attrName>ppt_w</p:attrName>
                                        </p:attrNameLst>
                                      </p:cBhvr>
                                      <p:tavLst>
                                        <p:tav tm="0">
                                          <p:val>
                                            <p:fltVal val="0"/>
                                          </p:val>
                                        </p:tav>
                                        <p:tav tm="100000">
                                          <p:val>
                                            <p:strVal val="#ppt_w"/>
                                          </p:val>
                                        </p:tav>
                                      </p:tavLst>
                                    </p:anim>
                                    <p:anim calcmode="lin" valueType="num">
                                      <p:cBhvr>
                                        <p:cTn id="34" dur="2000" fill="hold"/>
                                        <p:tgtEl>
                                          <p:spTgt spid="10"/>
                                        </p:tgtEl>
                                        <p:attrNameLst>
                                          <p:attrName>ppt_h</p:attrName>
                                        </p:attrNameLst>
                                      </p:cBhvr>
                                      <p:tavLst>
                                        <p:tav tm="0">
                                          <p:val>
                                            <p:fltVal val="0"/>
                                          </p:val>
                                        </p:tav>
                                        <p:tav tm="100000">
                                          <p:val>
                                            <p:strVal val="#ppt_h"/>
                                          </p:val>
                                        </p:tav>
                                      </p:tavLst>
                                    </p:anim>
                                  </p:childTnLst>
                                </p:cTn>
                              </p:par>
                            </p:childTnLst>
                          </p:cTn>
                        </p:par>
                        <p:par>
                          <p:cTn id="35" fill="hold">
                            <p:stCondLst>
                              <p:cond delay="10000"/>
                            </p:stCondLst>
                            <p:childTnLst>
                              <p:par>
                                <p:cTn id="36" presetID="23" presetClass="entr" presetSubtype="16"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2000" fill="hold"/>
                                        <p:tgtEl>
                                          <p:spTgt spid="11"/>
                                        </p:tgtEl>
                                        <p:attrNameLst>
                                          <p:attrName>ppt_w</p:attrName>
                                        </p:attrNameLst>
                                      </p:cBhvr>
                                      <p:tavLst>
                                        <p:tav tm="0">
                                          <p:val>
                                            <p:fltVal val="0"/>
                                          </p:val>
                                        </p:tav>
                                        <p:tav tm="100000">
                                          <p:val>
                                            <p:strVal val="#ppt_w"/>
                                          </p:val>
                                        </p:tav>
                                      </p:tavLst>
                                    </p:anim>
                                    <p:anim calcmode="lin" valueType="num">
                                      <p:cBhvr>
                                        <p:cTn id="39" dur="2000" fill="hold"/>
                                        <p:tgtEl>
                                          <p:spTgt spid="11"/>
                                        </p:tgtEl>
                                        <p:attrNameLst>
                                          <p:attrName>ppt_h</p:attrName>
                                        </p:attrNameLst>
                                      </p:cBhvr>
                                      <p:tavLst>
                                        <p:tav tm="0">
                                          <p:val>
                                            <p:fltVal val="0"/>
                                          </p:val>
                                        </p:tav>
                                        <p:tav tm="100000">
                                          <p:val>
                                            <p:strVal val="#ppt_h"/>
                                          </p:val>
                                        </p:tav>
                                      </p:tavLst>
                                    </p:anim>
                                  </p:childTnLst>
                                </p:cTn>
                              </p:par>
                            </p:childTnLst>
                          </p:cTn>
                        </p:par>
                        <p:par>
                          <p:cTn id="40" fill="hold">
                            <p:stCondLst>
                              <p:cond delay="12000"/>
                            </p:stCondLst>
                            <p:childTnLst>
                              <p:par>
                                <p:cTn id="41" presetID="23" presetClass="entr" presetSubtype="16"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2000" fill="hold"/>
                                        <p:tgtEl>
                                          <p:spTgt spid="12"/>
                                        </p:tgtEl>
                                        <p:attrNameLst>
                                          <p:attrName>ppt_w</p:attrName>
                                        </p:attrNameLst>
                                      </p:cBhvr>
                                      <p:tavLst>
                                        <p:tav tm="0">
                                          <p:val>
                                            <p:fltVal val="0"/>
                                          </p:val>
                                        </p:tav>
                                        <p:tav tm="100000">
                                          <p:val>
                                            <p:strVal val="#ppt_w"/>
                                          </p:val>
                                        </p:tav>
                                      </p:tavLst>
                                    </p:anim>
                                    <p:anim calcmode="lin" valueType="num">
                                      <p:cBhvr>
                                        <p:cTn id="44" dur="20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218364" y="489204"/>
            <a:ext cx="2639477" cy="38404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Project Scope</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flipV="1">
            <a:off x="502920" y="918972"/>
            <a:ext cx="2354921"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07</a:t>
            </a:r>
            <a:endParaRPr lang="en-US" sz="1000" dirty="0"/>
          </a:p>
        </p:txBody>
      </p:sp>
      <p:sp>
        <p:nvSpPr>
          <p:cNvPr id="7" name="Text 5"/>
          <p:cNvSpPr/>
          <p:nvPr/>
        </p:nvSpPr>
        <p:spPr>
          <a:xfrm>
            <a:off x="761999" y="1428921"/>
            <a:ext cx="2950191" cy="384048"/>
          </a:xfrm>
          <a:prstGeom prst="rect">
            <a:avLst/>
          </a:prstGeom>
          <a:noFill/>
          <a:ln/>
        </p:spPr>
        <p:txBody>
          <a:bodyPr wrap="square" lIns="0" tIns="0" rIns="0" bIns="0" rtlCol="0" anchor="ctr"/>
          <a:lstStyle/>
          <a:p>
            <a:pPr marL="0" indent="0" algn="r">
              <a:buNone/>
            </a:pPr>
            <a:r>
              <a:rPr lang="en-US" sz="3600" b="1" dirty="0">
                <a:solidFill>
                  <a:srgbClr val="E63946"/>
                </a:solidFill>
                <a:latin typeface="Times New Roman" panose="02020603050405020304" pitchFamily="18" charset="0"/>
                <a:cs typeface="Times New Roman" panose="02020603050405020304" pitchFamily="18" charset="0"/>
              </a:rPr>
              <a:t>In Scope</a:t>
            </a:r>
            <a:endParaRPr lang="en-US" sz="3600" dirty="0">
              <a:latin typeface="Times New Roman" panose="02020603050405020304" pitchFamily="18" charset="0"/>
              <a:cs typeface="Times New Roman" panose="02020603050405020304" pitchFamily="18" charset="0"/>
            </a:endParaRPr>
          </a:p>
        </p:txBody>
      </p:sp>
      <p:sp>
        <p:nvSpPr>
          <p:cNvPr id="8" name="Text 6"/>
          <p:cNvSpPr/>
          <p:nvPr/>
        </p:nvSpPr>
        <p:spPr>
          <a:xfrm>
            <a:off x="731520" y="1984247"/>
            <a:ext cx="5760720" cy="3702093"/>
          </a:xfrm>
          <a:prstGeom prst="rect">
            <a:avLst/>
          </a:prstGeom>
          <a:solidFill>
            <a:schemeClr val="bg1"/>
          </a:solidFill>
          <a:ln/>
        </p:spPr>
        <p:style>
          <a:lnRef idx="0">
            <a:schemeClr val="dk1"/>
          </a:lnRef>
          <a:fillRef idx="3">
            <a:schemeClr val="dk1"/>
          </a:fillRef>
          <a:effectRef idx="3">
            <a:schemeClr val="dk1"/>
          </a:effectRef>
          <a:fontRef idx="minor">
            <a:schemeClr val="lt1"/>
          </a:fontRef>
        </p:style>
        <p:txBody>
          <a:bodyPr wrap="square" lIns="508" tIns="508" rIns="508" bIns="508" rtlCol="0" anchor="t">
            <a:normAutofit fontScale="92500" lnSpcReduction="20000"/>
          </a:bodyPr>
          <a:lstStyle/>
          <a:p>
            <a:pPr algn="ctr"/>
            <a:r>
              <a:rPr lang="en-PS" sz="3200" dirty="0">
                <a:solidFill>
                  <a:schemeClr val="tx1"/>
                </a:solidFill>
                <a:latin typeface="Times New Roman" panose="02020603050405020304" pitchFamily="18" charset="0"/>
                <a:cs typeface="Times New Roman" panose="02020603050405020304" pitchFamily="18" charset="0"/>
              </a:rPr>
              <a:t>The scope of the Basma platform is to provide a digital environment for documenting, storing, and sharing stories and multimedia content related to Gaza. The platform allows users to browse and access written testimonies, photographs, videos, animations, maps, and statistical information through an organized and user-friendly interface.</a:t>
            </a:r>
          </a:p>
        </p:txBody>
      </p:sp>
      <p:sp>
        <p:nvSpPr>
          <p:cNvPr id="9" name="Text 7"/>
          <p:cNvSpPr/>
          <p:nvPr/>
        </p:nvSpPr>
        <p:spPr>
          <a:xfrm>
            <a:off x="5632431" y="1428921"/>
            <a:ext cx="4937760" cy="384048"/>
          </a:xfrm>
          <a:prstGeom prst="rect">
            <a:avLst/>
          </a:prstGeom>
          <a:noFill/>
          <a:ln/>
        </p:spPr>
        <p:txBody>
          <a:bodyPr wrap="square" lIns="0" tIns="0" rIns="0" bIns="0" rtlCol="0" anchor="ctr"/>
          <a:lstStyle/>
          <a:p>
            <a:pPr marL="0" indent="0" algn="r">
              <a:buNone/>
            </a:pPr>
            <a:r>
              <a:rPr lang="en-US" sz="3600" b="1" dirty="0">
                <a:solidFill>
                  <a:srgbClr val="E63946"/>
                </a:solidFill>
                <a:latin typeface="Times New Roman" panose="02020603050405020304" pitchFamily="18" charset="0"/>
                <a:cs typeface="Times New Roman" panose="02020603050405020304" pitchFamily="18" charset="0"/>
              </a:rPr>
              <a:t>Out of Scope</a:t>
            </a:r>
            <a:endParaRPr lang="en-US" sz="3600" dirty="0">
              <a:latin typeface="Times New Roman" panose="02020603050405020304" pitchFamily="18" charset="0"/>
              <a:cs typeface="Times New Roman" panose="02020603050405020304" pitchFamily="18" charset="0"/>
            </a:endParaRPr>
          </a:p>
        </p:txBody>
      </p:sp>
      <p:sp>
        <p:nvSpPr>
          <p:cNvPr id="10" name="Text 8"/>
          <p:cNvSpPr/>
          <p:nvPr/>
        </p:nvSpPr>
        <p:spPr>
          <a:xfrm>
            <a:off x="6766560" y="1984246"/>
            <a:ext cx="4937760" cy="3702093"/>
          </a:xfrm>
          <a:prstGeom prst="rect">
            <a:avLst/>
          </a:prstGeom>
          <a:ln>
            <a:solidFill>
              <a:srgbClr val="B42632"/>
            </a:solidFill>
          </a:ln>
        </p:spPr>
        <p:style>
          <a:lnRef idx="0">
            <a:schemeClr val="dk1"/>
          </a:lnRef>
          <a:fillRef idx="3">
            <a:schemeClr val="dk1"/>
          </a:fillRef>
          <a:effectRef idx="3">
            <a:schemeClr val="dk1"/>
          </a:effectRef>
          <a:fontRef idx="minor">
            <a:schemeClr val="lt1"/>
          </a:fontRef>
        </p:style>
        <p:txBody>
          <a:bodyPr wrap="square" lIns="508" tIns="508" rIns="508" bIns="508" rtlCol="0" anchor="t">
            <a:normAutofit/>
          </a:bodyPr>
          <a:lstStyle/>
          <a:p>
            <a:pPr algn="ctr"/>
            <a:r>
              <a:rPr lang="en-US" sz="2800" dirty="0">
                <a:solidFill>
                  <a:schemeClr val="bg1"/>
                </a:solidFill>
                <a:latin typeface="Times New Roman" panose="02020603050405020304" pitchFamily="18" charset="0"/>
                <a:cs typeface="Times New Roman" panose="02020603050405020304" pitchFamily="18" charset="0"/>
              </a:rPr>
              <a:t>T</a:t>
            </a:r>
            <a:r>
              <a:rPr lang="en-PS" sz="2800" dirty="0">
                <a:solidFill>
                  <a:schemeClr val="bg1"/>
                </a:solidFill>
                <a:latin typeface="Times New Roman" panose="02020603050405020304" pitchFamily="18" charset="0"/>
                <a:cs typeface="Times New Roman" panose="02020603050405020304" pitchFamily="18" charset="0"/>
              </a:rPr>
              <a:t>he project is limited to content associated with Gaza and depends on internet availability and user participation. Additionally, the authenticity of submitted content relies on administrative review and verification procedures before publication. </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 name="Right Arrow 3">
            <a:hlinkClick r:id="rId4" action="ppaction://hlinksldjump"/>
            <a:extLst>
              <a:ext uri="{FF2B5EF4-FFF2-40B4-BE49-F238E27FC236}">
                <a16:creationId xmlns:a16="http://schemas.microsoft.com/office/drawing/2014/main" id="{87D90D63-CF0E-6863-985A-3B604B5F1809}"/>
              </a:ext>
            </a:extLst>
          </p:cNvPr>
          <p:cNvSpPr/>
          <p:nvPr/>
        </p:nvSpPr>
        <p:spPr>
          <a:xfrm rot="10800000">
            <a:off x="241223" y="5947887"/>
            <a:ext cx="1338943" cy="40429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4="http://schemas.microsoft.com/office/powerpoint/2010/main" Requires="p14">
      <p:transition spd="slow" p14:dur="3000">
        <p14:honeycomb/>
        <p:sndAc>
          <p:stSnd>
            <p:snd r:embed="rId3" name="coin.wav"/>
          </p:stSnd>
        </p:sndAc>
      </p:transition>
    </mc:Choice>
    <mc:Fallback>
      <p:transition spd="slow">
        <p:fade/>
        <p:sndAc>
          <p:stSnd>
            <p:snd r:embed="rId3" name="coin.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6"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80">
                                          <p:stCondLst>
                                            <p:cond delay="0"/>
                                          </p:stCondLst>
                                        </p:cTn>
                                        <p:tgtEl>
                                          <p:spTgt spid="7"/>
                                        </p:tgtEl>
                                      </p:cBhvr>
                                    </p:animEffect>
                                    <p:anim calcmode="lin" valueType="num">
                                      <p:cBhvr>
                                        <p:cTn id="19"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4" dur="26">
                                          <p:stCondLst>
                                            <p:cond delay="650"/>
                                          </p:stCondLst>
                                        </p:cTn>
                                        <p:tgtEl>
                                          <p:spTgt spid="7"/>
                                        </p:tgtEl>
                                      </p:cBhvr>
                                      <p:to x="100000" y="60000"/>
                                    </p:animScale>
                                    <p:animScale>
                                      <p:cBhvr>
                                        <p:cTn id="25" dur="166" decel="50000">
                                          <p:stCondLst>
                                            <p:cond delay="676"/>
                                          </p:stCondLst>
                                        </p:cTn>
                                        <p:tgtEl>
                                          <p:spTgt spid="7"/>
                                        </p:tgtEl>
                                      </p:cBhvr>
                                      <p:to x="100000" y="100000"/>
                                    </p:animScale>
                                    <p:animScale>
                                      <p:cBhvr>
                                        <p:cTn id="26" dur="26">
                                          <p:stCondLst>
                                            <p:cond delay="1312"/>
                                          </p:stCondLst>
                                        </p:cTn>
                                        <p:tgtEl>
                                          <p:spTgt spid="7"/>
                                        </p:tgtEl>
                                      </p:cBhvr>
                                      <p:to x="100000" y="80000"/>
                                    </p:animScale>
                                    <p:animScale>
                                      <p:cBhvr>
                                        <p:cTn id="27" dur="166" decel="50000">
                                          <p:stCondLst>
                                            <p:cond delay="1338"/>
                                          </p:stCondLst>
                                        </p:cTn>
                                        <p:tgtEl>
                                          <p:spTgt spid="7"/>
                                        </p:tgtEl>
                                      </p:cBhvr>
                                      <p:to x="100000" y="100000"/>
                                    </p:animScale>
                                    <p:animScale>
                                      <p:cBhvr>
                                        <p:cTn id="28" dur="26">
                                          <p:stCondLst>
                                            <p:cond delay="1642"/>
                                          </p:stCondLst>
                                        </p:cTn>
                                        <p:tgtEl>
                                          <p:spTgt spid="7"/>
                                        </p:tgtEl>
                                      </p:cBhvr>
                                      <p:to x="100000" y="90000"/>
                                    </p:animScale>
                                    <p:animScale>
                                      <p:cBhvr>
                                        <p:cTn id="29" dur="166" decel="50000">
                                          <p:stCondLst>
                                            <p:cond delay="1668"/>
                                          </p:stCondLst>
                                        </p:cTn>
                                        <p:tgtEl>
                                          <p:spTgt spid="7"/>
                                        </p:tgtEl>
                                      </p:cBhvr>
                                      <p:to x="100000" y="100000"/>
                                    </p:animScale>
                                    <p:animScale>
                                      <p:cBhvr>
                                        <p:cTn id="30" dur="26">
                                          <p:stCondLst>
                                            <p:cond delay="1808"/>
                                          </p:stCondLst>
                                        </p:cTn>
                                        <p:tgtEl>
                                          <p:spTgt spid="7"/>
                                        </p:tgtEl>
                                      </p:cBhvr>
                                      <p:to x="100000" y="95000"/>
                                    </p:animScale>
                                    <p:animScale>
                                      <p:cBhvr>
                                        <p:cTn id="31" dur="166" decel="50000">
                                          <p:stCondLst>
                                            <p:cond delay="1834"/>
                                          </p:stCondLst>
                                        </p:cTn>
                                        <p:tgtEl>
                                          <p:spTgt spid="7"/>
                                        </p:tgtEl>
                                      </p:cBhvr>
                                      <p:to x="100000" y="100000"/>
                                    </p:animScale>
                                  </p:childTnLst>
                                </p:cTn>
                              </p:par>
                              <p:par>
                                <p:cTn id="32" presetID="26"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80">
                                          <p:stCondLst>
                                            <p:cond delay="0"/>
                                          </p:stCondLst>
                                        </p:cTn>
                                        <p:tgtEl>
                                          <p:spTgt spid="8"/>
                                        </p:tgtEl>
                                      </p:cBhvr>
                                    </p:animEffect>
                                    <p:anim calcmode="lin" valueType="num">
                                      <p:cBhvr>
                                        <p:cTn id="35"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0" dur="26">
                                          <p:stCondLst>
                                            <p:cond delay="650"/>
                                          </p:stCondLst>
                                        </p:cTn>
                                        <p:tgtEl>
                                          <p:spTgt spid="8"/>
                                        </p:tgtEl>
                                      </p:cBhvr>
                                      <p:to x="100000" y="60000"/>
                                    </p:animScale>
                                    <p:animScale>
                                      <p:cBhvr>
                                        <p:cTn id="41" dur="166" decel="50000">
                                          <p:stCondLst>
                                            <p:cond delay="676"/>
                                          </p:stCondLst>
                                        </p:cTn>
                                        <p:tgtEl>
                                          <p:spTgt spid="8"/>
                                        </p:tgtEl>
                                      </p:cBhvr>
                                      <p:to x="100000" y="100000"/>
                                    </p:animScale>
                                    <p:animScale>
                                      <p:cBhvr>
                                        <p:cTn id="42" dur="26">
                                          <p:stCondLst>
                                            <p:cond delay="1312"/>
                                          </p:stCondLst>
                                        </p:cTn>
                                        <p:tgtEl>
                                          <p:spTgt spid="8"/>
                                        </p:tgtEl>
                                      </p:cBhvr>
                                      <p:to x="100000" y="80000"/>
                                    </p:animScale>
                                    <p:animScale>
                                      <p:cBhvr>
                                        <p:cTn id="43" dur="166" decel="50000">
                                          <p:stCondLst>
                                            <p:cond delay="1338"/>
                                          </p:stCondLst>
                                        </p:cTn>
                                        <p:tgtEl>
                                          <p:spTgt spid="8"/>
                                        </p:tgtEl>
                                      </p:cBhvr>
                                      <p:to x="100000" y="100000"/>
                                    </p:animScale>
                                    <p:animScale>
                                      <p:cBhvr>
                                        <p:cTn id="44" dur="26">
                                          <p:stCondLst>
                                            <p:cond delay="1642"/>
                                          </p:stCondLst>
                                        </p:cTn>
                                        <p:tgtEl>
                                          <p:spTgt spid="8"/>
                                        </p:tgtEl>
                                      </p:cBhvr>
                                      <p:to x="100000" y="90000"/>
                                    </p:animScale>
                                    <p:animScale>
                                      <p:cBhvr>
                                        <p:cTn id="45" dur="166" decel="50000">
                                          <p:stCondLst>
                                            <p:cond delay="1668"/>
                                          </p:stCondLst>
                                        </p:cTn>
                                        <p:tgtEl>
                                          <p:spTgt spid="8"/>
                                        </p:tgtEl>
                                      </p:cBhvr>
                                      <p:to x="100000" y="100000"/>
                                    </p:animScale>
                                    <p:animScale>
                                      <p:cBhvr>
                                        <p:cTn id="46" dur="26">
                                          <p:stCondLst>
                                            <p:cond delay="1808"/>
                                          </p:stCondLst>
                                        </p:cTn>
                                        <p:tgtEl>
                                          <p:spTgt spid="8"/>
                                        </p:tgtEl>
                                      </p:cBhvr>
                                      <p:to x="100000" y="95000"/>
                                    </p:animScale>
                                    <p:animScale>
                                      <p:cBhvr>
                                        <p:cTn id="47" dur="166" decel="50000">
                                          <p:stCondLst>
                                            <p:cond delay="1834"/>
                                          </p:stCondLst>
                                        </p:cTn>
                                        <p:tgtEl>
                                          <p:spTgt spid="8"/>
                                        </p:tgtEl>
                                      </p:cBhvr>
                                      <p:to x="100000" y="100000"/>
                                    </p:animScale>
                                  </p:childTnLst>
                                </p:cTn>
                              </p:par>
                            </p:childTnLst>
                          </p:cTn>
                        </p:par>
                        <p:par>
                          <p:cTn id="48" fill="hold">
                            <p:stCondLst>
                              <p:cond delay="4000"/>
                            </p:stCondLst>
                            <p:childTnLst>
                              <p:par>
                                <p:cTn id="49" presetID="26" presetClass="entr" presetSubtype="0"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down)">
                                      <p:cBhvr>
                                        <p:cTn id="51" dur="580">
                                          <p:stCondLst>
                                            <p:cond delay="0"/>
                                          </p:stCondLst>
                                        </p:cTn>
                                        <p:tgtEl>
                                          <p:spTgt spid="9"/>
                                        </p:tgtEl>
                                      </p:cBhvr>
                                    </p:animEffect>
                                    <p:anim calcmode="lin" valueType="num">
                                      <p:cBhvr>
                                        <p:cTn id="5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57" dur="26">
                                          <p:stCondLst>
                                            <p:cond delay="650"/>
                                          </p:stCondLst>
                                        </p:cTn>
                                        <p:tgtEl>
                                          <p:spTgt spid="9"/>
                                        </p:tgtEl>
                                      </p:cBhvr>
                                      <p:to x="100000" y="60000"/>
                                    </p:animScale>
                                    <p:animScale>
                                      <p:cBhvr>
                                        <p:cTn id="58" dur="166" decel="50000">
                                          <p:stCondLst>
                                            <p:cond delay="676"/>
                                          </p:stCondLst>
                                        </p:cTn>
                                        <p:tgtEl>
                                          <p:spTgt spid="9"/>
                                        </p:tgtEl>
                                      </p:cBhvr>
                                      <p:to x="100000" y="100000"/>
                                    </p:animScale>
                                    <p:animScale>
                                      <p:cBhvr>
                                        <p:cTn id="59" dur="26">
                                          <p:stCondLst>
                                            <p:cond delay="1312"/>
                                          </p:stCondLst>
                                        </p:cTn>
                                        <p:tgtEl>
                                          <p:spTgt spid="9"/>
                                        </p:tgtEl>
                                      </p:cBhvr>
                                      <p:to x="100000" y="80000"/>
                                    </p:animScale>
                                    <p:animScale>
                                      <p:cBhvr>
                                        <p:cTn id="60" dur="166" decel="50000">
                                          <p:stCondLst>
                                            <p:cond delay="1338"/>
                                          </p:stCondLst>
                                        </p:cTn>
                                        <p:tgtEl>
                                          <p:spTgt spid="9"/>
                                        </p:tgtEl>
                                      </p:cBhvr>
                                      <p:to x="100000" y="100000"/>
                                    </p:animScale>
                                    <p:animScale>
                                      <p:cBhvr>
                                        <p:cTn id="61" dur="26">
                                          <p:stCondLst>
                                            <p:cond delay="1642"/>
                                          </p:stCondLst>
                                        </p:cTn>
                                        <p:tgtEl>
                                          <p:spTgt spid="9"/>
                                        </p:tgtEl>
                                      </p:cBhvr>
                                      <p:to x="100000" y="90000"/>
                                    </p:animScale>
                                    <p:animScale>
                                      <p:cBhvr>
                                        <p:cTn id="62" dur="166" decel="50000">
                                          <p:stCondLst>
                                            <p:cond delay="1668"/>
                                          </p:stCondLst>
                                        </p:cTn>
                                        <p:tgtEl>
                                          <p:spTgt spid="9"/>
                                        </p:tgtEl>
                                      </p:cBhvr>
                                      <p:to x="100000" y="100000"/>
                                    </p:animScale>
                                    <p:animScale>
                                      <p:cBhvr>
                                        <p:cTn id="63" dur="26">
                                          <p:stCondLst>
                                            <p:cond delay="1808"/>
                                          </p:stCondLst>
                                        </p:cTn>
                                        <p:tgtEl>
                                          <p:spTgt spid="9"/>
                                        </p:tgtEl>
                                      </p:cBhvr>
                                      <p:to x="100000" y="95000"/>
                                    </p:animScale>
                                    <p:animScale>
                                      <p:cBhvr>
                                        <p:cTn id="64" dur="166" decel="50000">
                                          <p:stCondLst>
                                            <p:cond delay="1834"/>
                                          </p:stCondLst>
                                        </p:cTn>
                                        <p:tgtEl>
                                          <p:spTgt spid="9"/>
                                        </p:tgtEl>
                                      </p:cBhvr>
                                      <p:to x="100000" y="100000"/>
                                    </p:animScale>
                                  </p:childTnLst>
                                </p:cTn>
                              </p:par>
                              <p:par>
                                <p:cTn id="65" presetID="26" presetClass="entr" presetSubtype="0"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down)">
                                      <p:cBhvr>
                                        <p:cTn id="67" dur="580">
                                          <p:stCondLst>
                                            <p:cond delay="0"/>
                                          </p:stCondLst>
                                        </p:cTn>
                                        <p:tgtEl>
                                          <p:spTgt spid="10"/>
                                        </p:tgtEl>
                                      </p:cBhvr>
                                    </p:animEffect>
                                    <p:anim calcmode="lin" valueType="num">
                                      <p:cBhvr>
                                        <p:cTn id="6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6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7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7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7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73" dur="26">
                                          <p:stCondLst>
                                            <p:cond delay="650"/>
                                          </p:stCondLst>
                                        </p:cTn>
                                        <p:tgtEl>
                                          <p:spTgt spid="10"/>
                                        </p:tgtEl>
                                      </p:cBhvr>
                                      <p:to x="100000" y="60000"/>
                                    </p:animScale>
                                    <p:animScale>
                                      <p:cBhvr>
                                        <p:cTn id="74" dur="166" decel="50000">
                                          <p:stCondLst>
                                            <p:cond delay="676"/>
                                          </p:stCondLst>
                                        </p:cTn>
                                        <p:tgtEl>
                                          <p:spTgt spid="10"/>
                                        </p:tgtEl>
                                      </p:cBhvr>
                                      <p:to x="100000" y="100000"/>
                                    </p:animScale>
                                    <p:animScale>
                                      <p:cBhvr>
                                        <p:cTn id="75" dur="26">
                                          <p:stCondLst>
                                            <p:cond delay="1312"/>
                                          </p:stCondLst>
                                        </p:cTn>
                                        <p:tgtEl>
                                          <p:spTgt spid="10"/>
                                        </p:tgtEl>
                                      </p:cBhvr>
                                      <p:to x="100000" y="80000"/>
                                    </p:animScale>
                                    <p:animScale>
                                      <p:cBhvr>
                                        <p:cTn id="76" dur="166" decel="50000">
                                          <p:stCondLst>
                                            <p:cond delay="1338"/>
                                          </p:stCondLst>
                                        </p:cTn>
                                        <p:tgtEl>
                                          <p:spTgt spid="10"/>
                                        </p:tgtEl>
                                      </p:cBhvr>
                                      <p:to x="100000" y="100000"/>
                                    </p:animScale>
                                    <p:animScale>
                                      <p:cBhvr>
                                        <p:cTn id="77" dur="26">
                                          <p:stCondLst>
                                            <p:cond delay="1642"/>
                                          </p:stCondLst>
                                        </p:cTn>
                                        <p:tgtEl>
                                          <p:spTgt spid="10"/>
                                        </p:tgtEl>
                                      </p:cBhvr>
                                      <p:to x="100000" y="90000"/>
                                    </p:animScale>
                                    <p:animScale>
                                      <p:cBhvr>
                                        <p:cTn id="78" dur="166" decel="50000">
                                          <p:stCondLst>
                                            <p:cond delay="1668"/>
                                          </p:stCondLst>
                                        </p:cTn>
                                        <p:tgtEl>
                                          <p:spTgt spid="10"/>
                                        </p:tgtEl>
                                      </p:cBhvr>
                                      <p:to x="100000" y="100000"/>
                                    </p:animScale>
                                    <p:animScale>
                                      <p:cBhvr>
                                        <p:cTn id="79" dur="26">
                                          <p:stCondLst>
                                            <p:cond delay="1808"/>
                                          </p:stCondLst>
                                        </p:cTn>
                                        <p:tgtEl>
                                          <p:spTgt spid="10"/>
                                        </p:tgtEl>
                                      </p:cBhvr>
                                      <p:to x="100000" y="95000"/>
                                    </p:animScale>
                                    <p:animScale>
                                      <p:cBhvr>
                                        <p:cTn id="8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E0E"/>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5BAC4A0-7BC9-7660-AC04-27BE59A01953}"/>
              </a:ext>
            </a:extLst>
          </p:cNvPr>
          <p:cNvPicPr>
            <a:picLocks noChangeAspect="1"/>
          </p:cNvPicPr>
          <p:nvPr/>
        </p:nvPicPr>
        <p:blipFill>
          <a:blip r:embed="rId4"/>
          <a:stretch>
            <a:fillRect/>
          </a:stretch>
        </p:blipFill>
        <p:spPr>
          <a:xfrm>
            <a:off x="7439891" y="2899655"/>
            <a:ext cx="3206734" cy="3638305"/>
          </a:xfrm>
          <a:prstGeom prst="rect">
            <a:avLst/>
          </a:prstGeom>
        </p:spPr>
      </p:pic>
      <p:sp>
        <p:nvSpPr>
          <p:cNvPr id="2" name="Text 0"/>
          <p:cNvSpPr/>
          <p:nvPr/>
        </p:nvSpPr>
        <p:spPr>
          <a:xfrm>
            <a:off x="443753" y="467285"/>
            <a:ext cx="4343401" cy="37302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System Roles &amp; Modules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443753" y="935782"/>
            <a:ext cx="4343401" cy="45719"/>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08</a:t>
            </a:r>
            <a:endParaRPr lang="en-US" sz="1000" dirty="0"/>
          </a:p>
        </p:txBody>
      </p:sp>
      <p:sp>
        <p:nvSpPr>
          <p:cNvPr id="7" name="Text 5"/>
          <p:cNvSpPr/>
          <p:nvPr/>
        </p:nvSpPr>
        <p:spPr>
          <a:xfrm>
            <a:off x="731520" y="1417320"/>
            <a:ext cx="5303520" cy="1417320"/>
          </a:xfrm>
          <a:prstGeom prst="rect">
            <a:avLst/>
          </a:prstGeom>
          <a:ln>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lnSpcReduction="10000"/>
          </a:bodyPr>
          <a:lstStyle/>
          <a:p>
            <a:r>
              <a:rPr lang="en-US" sz="2800" b="1" u="sng" dirty="0">
                <a:solidFill>
                  <a:srgbClr val="E63946"/>
                </a:solidFill>
                <a:latin typeface="Times New Roman" panose="02020603050405020304" pitchFamily="18" charset="0"/>
                <a:cs typeface="Times New Roman" panose="02020603050405020304" pitchFamily="18" charset="0"/>
              </a:rPr>
              <a:t>Visitor / Contributors: </a:t>
            </a:r>
          </a:p>
          <a:p>
            <a:pPr algn="ctr"/>
            <a:r>
              <a:rPr lang="en-US" sz="2200" dirty="0">
                <a:solidFill>
                  <a:srgbClr val="F5F5F5"/>
                </a:solidFill>
                <a:latin typeface="Times New Roman" panose="02020603050405020304" pitchFamily="18" charset="0"/>
                <a:ea typeface="Arial" pitchFamily="34" charset="-122"/>
                <a:cs typeface="Times New Roman" panose="02020603050405020304" pitchFamily="18" charset="0"/>
              </a:rPr>
              <a:t>browses stories, photos and videos, searches content, views details and submits a post via the form.</a:t>
            </a:r>
            <a:endParaRPr lang="en-US" sz="2200" dirty="0">
              <a:latin typeface="Times New Roman" panose="02020603050405020304" pitchFamily="18" charset="0"/>
              <a:cs typeface="Times New Roman" panose="02020603050405020304" pitchFamily="18" charset="0"/>
            </a:endParaRPr>
          </a:p>
        </p:txBody>
      </p:sp>
      <p:sp>
        <p:nvSpPr>
          <p:cNvPr id="8" name="Text 6"/>
          <p:cNvSpPr/>
          <p:nvPr/>
        </p:nvSpPr>
        <p:spPr>
          <a:xfrm>
            <a:off x="6172200" y="1417320"/>
            <a:ext cx="5303520" cy="1417320"/>
          </a:xfrm>
          <a:prstGeom prst="rect">
            <a:avLst/>
          </a:prstGeom>
          <a:ln>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lnSpcReduction="10000"/>
          </a:bodyPr>
          <a:lstStyle/>
          <a:p>
            <a:pPr marL="0" indent="0">
              <a:buNone/>
            </a:pPr>
            <a:r>
              <a:rPr lang="en-US" sz="2800" b="1" u="sng" dirty="0">
                <a:solidFill>
                  <a:srgbClr val="E63946"/>
                </a:solidFill>
                <a:latin typeface="Times New Roman" panose="02020603050405020304" pitchFamily="18" charset="0"/>
                <a:cs typeface="Times New Roman" panose="02020603050405020304" pitchFamily="18" charset="0"/>
              </a:rPr>
              <a:t>Administrator:</a:t>
            </a:r>
          </a:p>
          <a:p>
            <a:pPr algn="ctr"/>
            <a:r>
              <a:rPr lang="en-US" sz="2200" dirty="0">
                <a:solidFill>
                  <a:srgbClr val="F5F5F5"/>
                </a:solidFill>
                <a:latin typeface="Times New Roman" panose="02020603050405020304" pitchFamily="18" charset="0"/>
                <a:ea typeface="Arial" pitchFamily="34" charset="-122"/>
                <a:cs typeface="Times New Roman" panose="02020603050405020304" pitchFamily="18" charset="0"/>
              </a:rPr>
              <a:t>manages stories, photos, videos, and team members, reviews posts, and updates site content.</a:t>
            </a:r>
            <a:endParaRPr lang="en-US" sz="2200" dirty="0">
              <a:latin typeface="Times New Roman" panose="02020603050405020304" pitchFamily="18" charset="0"/>
              <a:cs typeface="Times New Roman" panose="02020603050405020304" pitchFamily="18" charset="0"/>
            </a:endParaRPr>
          </a:p>
        </p:txBody>
      </p:sp>
      <p:sp>
        <p:nvSpPr>
          <p:cNvPr id="9" name="Text 7"/>
          <p:cNvSpPr/>
          <p:nvPr/>
        </p:nvSpPr>
        <p:spPr>
          <a:xfrm>
            <a:off x="777240" y="3291840"/>
            <a:ext cx="2240280" cy="384048"/>
          </a:xfrm>
          <a:prstGeom prst="rect">
            <a:avLst/>
          </a:prstGeom>
          <a:solidFill>
            <a:srgbClr val="E63946"/>
          </a:solidFill>
          <a:ln>
            <a:solidFill>
              <a:srgbClr val="E63946"/>
            </a:solidFill>
          </a:ln>
        </p:spPr>
        <p:txBody>
          <a:bodyPr wrap="square" lIns="508" tIns="508" rIns="508" bIns="508" rtlCol="0" anchor="ctr"/>
          <a:lstStyle/>
          <a:p>
            <a:pPr marL="0" indent="0" algn="ctr">
              <a:buNone/>
            </a:pPr>
            <a:r>
              <a:rPr lang="en-US" sz="1600" b="1" dirty="0">
                <a:solidFill>
                  <a:srgbClr val="F5F5F5"/>
                </a:solidFill>
                <a:latin typeface="Times New Roman" panose="02020603050405020304" pitchFamily="18" charset="0"/>
                <a:cs typeface="Times New Roman" panose="02020603050405020304" pitchFamily="18" charset="0"/>
              </a:rPr>
              <a:t>Stories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777240" y="3941064"/>
            <a:ext cx="2240280" cy="384048"/>
          </a:xfrm>
          <a:prstGeom prst="rect">
            <a:avLst/>
          </a:prstGeom>
          <a:solidFill>
            <a:srgbClr val="B32632"/>
          </a:solidFill>
          <a:ln>
            <a:solidFill>
              <a:srgbClr val="B32632"/>
            </a:solidFill>
          </a:ln>
        </p:spPr>
        <p:txBody>
          <a:bodyPr wrap="square" lIns="508" tIns="508" rIns="508" bIns="508" rtlCol="0" anchor="ctr"/>
          <a:lstStyle/>
          <a:p>
            <a:pPr marL="0" indent="0" algn="ctr">
              <a:buNone/>
            </a:pPr>
            <a:r>
              <a:rPr lang="en-US" sz="1600" b="1" dirty="0">
                <a:solidFill>
                  <a:srgbClr val="F5F5F5"/>
                </a:solidFill>
                <a:latin typeface="Times New Roman" panose="02020603050405020304" pitchFamily="18" charset="0"/>
                <a:cs typeface="Times New Roman" panose="02020603050405020304" pitchFamily="18" charset="0"/>
              </a:rPr>
              <a:t>Photos</a:t>
            </a:r>
            <a:endParaRPr lang="en-US" sz="1300" dirty="0">
              <a:latin typeface="Times New Roman" panose="02020603050405020304" pitchFamily="18" charset="0"/>
              <a:cs typeface="Times New Roman" panose="02020603050405020304" pitchFamily="18" charset="0"/>
            </a:endParaRPr>
          </a:p>
        </p:txBody>
      </p:sp>
      <p:sp>
        <p:nvSpPr>
          <p:cNvPr id="11" name="Text 9"/>
          <p:cNvSpPr/>
          <p:nvPr/>
        </p:nvSpPr>
        <p:spPr>
          <a:xfrm>
            <a:off x="777240" y="4677156"/>
            <a:ext cx="2240280" cy="384048"/>
          </a:xfrm>
          <a:prstGeom prst="rect">
            <a:avLst/>
          </a:prstGeom>
          <a:solidFill>
            <a:srgbClr val="E63946"/>
          </a:solidFill>
          <a:ln>
            <a:solidFill>
              <a:srgbClr val="E63946"/>
            </a:solidFill>
          </a:ln>
        </p:spPr>
        <p:txBody>
          <a:bodyPr wrap="square" lIns="508" tIns="508" rIns="508" bIns="508" rtlCol="0" anchor="ctr"/>
          <a:lstStyle/>
          <a:p>
            <a:pPr marL="0" indent="0" algn="ctr">
              <a:buNone/>
            </a:pPr>
            <a:r>
              <a:rPr lang="en-US" sz="1600" b="1" dirty="0">
                <a:solidFill>
                  <a:srgbClr val="F5F5F5"/>
                </a:solidFill>
                <a:latin typeface="Times New Roman" panose="02020603050405020304" pitchFamily="18" charset="0"/>
                <a:cs typeface="Times New Roman" panose="02020603050405020304" pitchFamily="18" charset="0"/>
              </a:rPr>
              <a:t>Videos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3383280" y="3270459"/>
            <a:ext cx="2240280" cy="439511"/>
          </a:xfrm>
          <a:prstGeom prst="rect">
            <a:avLst/>
          </a:prstGeom>
          <a:solidFill>
            <a:srgbClr val="B32632"/>
          </a:solidFill>
          <a:ln>
            <a:solidFill>
              <a:srgbClr val="B32632"/>
            </a:solidFill>
          </a:ln>
        </p:spPr>
        <p:txBody>
          <a:bodyPr wrap="square" lIns="508" tIns="508" rIns="508" bIns="508" rtlCol="0" anchor="ctr"/>
          <a:lstStyle/>
          <a:p>
            <a:pPr marL="0" indent="0" algn="ctr">
              <a:buNone/>
            </a:pPr>
            <a:r>
              <a:rPr lang="en-US" sz="1300" b="1" dirty="0">
                <a:solidFill>
                  <a:srgbClr val="F5F5F5"/>
                </a:solidFill>
              </a:rPr>
              <a:t>Team</a:t>
            </a:r>
            <a:endParaRPr lang="en-US" sz="1300" dirty="0"/>
          </a:p>
        </p:txBody>
      </p:sp>
      <p:sp>
        <p:nvSpPr>
          <p:cNvPr id="13" name="Text 11"/>
          <p:cNvSpPr/>
          <p:nvPr/>
        </p:nvSpPr>
        <p:spPr>
          <a:xfrm>
            <a:off x="3383280" y="5399116"/>
            <a:ext cx="2240280" cy="384048"/>
          </a:xfrm>
          <a:prstGeom prst="rect">
            <a:avLst/>
          </a:prstGeom>
          <a:solidFill>
            <a:srgbClr val="E63946"/>
          </a:solidFill>
          <a:ln>
            <a:solidFill>
              <a:srgbClr val="E63946"/>
            </a:solidFill>
          </a:ln>
        </p:spPr>
        <p:txBody>
          <a:bodyPr wrap="square" lIns="508" tIns="508" rIns="508" bIns="508" rtlCol="0" anchor="ctr"/>
          <a:lstStyle/>
          <a:p>
            <a:pPr marL="0" indent="0" algn="ctr">
              <a:buNone/>
            </a:pPr>
            <a:r>
              <a:rPr lang="en-US" sz="1600" b="1" dirty="0">
                <a:solidFill>
                  <a:srgbClr val="F5F5F5"/>
                </a:solidFill>
                <a:latin typeface="Times New Roman" panose="02020603050405020304" pitchFamily="18" charset="0"/>
                <a:cs typeface="Times New Roman" panose="02020603050405020304" pitchFamily="18" charset="0"/>
              </a:rPr>
              <a:t>Share Form</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3383280" y="4677156"/>
            <a:ext cx="2240280" cy="384048"/>
          </a:xfrm>
          <a:prstGeom prst="rect">
            <a:avLst/>
          </a:prstGeom>
          <a:solidFill>
            <a:srgbClr val="B32632"/>
          </a:solidFill>
          <a:ln>
            <a:solidFill>
              <a:srgbClr val="B32632"/>
            </a:solidFill>
          </a:ln>
        </p:spPr>
        <p:txBody>
          <a:bodyPr wrap="square" lIns="508" tIns="508" rIns="508" bIns="508" rtlCol="0" anchor="ctr"/>
          <a:lstStyle/>
          <a:p>
            <a:pPr marL="0" indent="0" algn="ctr">
              <a:buNone/>
            </a:pPr>
            <a:r>
              <a:rPr lang="en-US" sz="1600" b="1" dirty="0">
                <a:solidFill>
                  <a:srgbClr val="F5F5F5"/>
                </a:solidFill>
                <a:latin typeface="Times New Roman" panose="02020603050405020304" pitchFamily="18" charset="0"/>
                <a:cs typeface="Times New Roman" panose="02020603050405020304" pitchFamily="18" charset="0"/>
              </a:rPr>
              <a:t>Search</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3383280" y="3959352"/>
            <a:ext cx="2240280" cy="384048"/>
          </a:xfrm>
          <a:prstGeom prst="rect">
            <a:avLst/>
          </a:prstGeom>
          <a:solidFill>
            <a:srgbClr val="E63946"/>
          </a:solidFill>
          <a:ln>
            <a:solidFill>
              <a:srgbClr val="E63946"/>
            </a:solidFill>
          </a:ln>
        </p:spPr>
        <p:txBody>
          <a:bodyPr wrap="square" lIns="508" tIns="508" rIns="508" bIns="508" rtlCol="0" anchor="ctr"/>
          <a:lstStyle/>
          <a:p>
            <a:pPr marL="0" indent="0" algn="ctr">
              <a:buNone/>
            </a:pPr>
            <a:r>
              <a:rPr lang="en-US" sz="1600" b="1" dirty="0">
                <a:solidFill>
                  <a:srgbClr val="F5F5F5"/>
                </a:solidFill>
                <a:latin typeface="Times New Roman" panose="02020603050405020304" pitchFamily="18" charset="0"/>
                <a:cs typeface="Times New Roman" panose="02020603050405020304" pitchFamily="18" charset="0"/>
              </a:rPr>
              <a:t>Categories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777240" y="5369814"/>
            <a:ext cx="2240280" cy="384048"/>
          </a:xfrm>
          <a:prstGeom prst="rect">
            <a:avLst/>
          </a:prstGeom>
          <a:solidFill>
            <a:srgbClr val="B32632"/>
          </a:solidFill>
          <a:ln>
            <a:solidFill>
              <a:srgbClr val="B32632"/>
            </a:solidFill>
          </a:ln>
        </p:spPr>
        <p:txBody>
          <a:bodyPr wrap="square" lIns="508" tIns="508" rIns="508" bIns="508" rtlCol="0" anchor="ctr"/>
          <a:lstStyle/>
          <a:p>
            <a:pPr marL="0" indent="0" algn="ctr">
              <a:buNone/>
            </a:pPr>
            <a:r>
              <a:rPr lang="en-US" sz="1600" b="1" dirty="0">
                <a:solidFill>
                  <a:srgbClr val="F5F5F5"/>
                </a:solidFill>
                <a:latin typeface="Times New Roman" panose="02020603050405020304" pitchFamily="18" charset="0"/>
                <a:cs typeface="Times New Roman" panose="02020603050405020304" pitchFamily="18" charset="0"/>
              </a:rPr>
              <a:t>Dashboard</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3000">
        <p14:prism dir="r" isInverted="1"/>
        <p:sndAc>
          <p:stSnd>
            <p:snd r:embed="rId3" name="arrow.wav"/>
          </p:stSnd>
        </p:sndAc>
      </p:transition>
    </mc:Choice>
    <mc:Fallback>
      <p:transition spd="slow">
        <p:fade/>
        <p:sndAc>
          <p:stSnd>
            <p:snd r:embed="rId3"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6"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80">
                                          <p:stCondLst>
                                            <p:cond delay="0"/>
                                          </p:stCondLst>
                                        </p:cTn>
                                        <p:tgtEl>
                                          <p:spTgt spid="7"/>
                                        </p:tgtEl>
                                      </p:cBhvr>
                                    </p:animEffect>
                                    <p:anim calcmode="lin" valueType="num">
                                      <p:cBhvr>
                                        <p:cTn id="19"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4" dur="26">
                                          <p:stCondLst>
                                            <p:cond delay="650"/>
                                          </p:stCondLst>
                                        </p:cTn>
                                        <p:tgtEl>
                                          <p:spTgt spid="7"/>
                                        </p:tgtEl>
                                      </p:cBhvr>
                                      <p:to x="100000" y="60000"/>
                                    </p:animScale>
                                    <p:animScale>
                                      <p:cBhvr>
                                        <p:cTn id="25" dur="166" decel="50000">
                                          <p:stCondLst>
                                            <p:cond delay="676"/>
                                          </p:stCondLst>
                                        </p:cTn>
                                        <p:tgtEl>
                                          <p:spTgt spid="7"/>
                                        </p:tgtEl>
                                      </p:cBhvr>
                                      <p:to x="100000" y="100000"/>
                                    </p:animScale>
                                    <p:animScale>
                                      <p:cBhvr>
                                        <p:cTn id="26" dur="26">
                                          <p:stCondLst>
                                            <p:cond delay="1312"/>
                                          </p:stCondLst>
                                        </p:cTn>
                                        <p:tgtEl>
                                          <p:spTgt spid="7"/>
                                        </p:tgtEl>
                                      </p:cBhvr>
                                      <p:to x="100000" y="80000"/>
                                    </p:animScale>
                                    <p:animScale>
                                      <p:cBhvr>
                                        <p:cTn id="27" dur="166" decel="50000">
                                          <p:stCondLst>
                                            <p:cond delay="1338"/>
                                          </p:stCondLst>
                                        </p:cTn>
                                        <p:tgtEl>
                                          <p:spTgt spid="7"/>
                                        </p:tgtEl>
                                      </p:cBhvr>
                                      <p:to x="100000" y="100000"/>
                                    </p:animScale>
                                    <p:animScale>
                                      <p:cBhvr>
                                        <p:cTn id="28" dur="26">
                                          <p:stCondLst>
                                            <p:cond delay="1642"/>
                                          </p:stCondLst>
                                        </p:cTn>
                                        <p:tgtEl>
                                          <p:spTgt spid="7"/>
                                        </p:tgtEl>
                                      </p:cBhvr>
                                      <p:to x="100000" y="90000"/>
                                    </p:animScale>
                                    <p:animScale>
                                      <p:cBhvr>
                                        <p:cTn id="29" dur="166" decel="50000">
                                          <p:stCondLst>
                                            <p:cond delay="1668"/>
                                          </p:stCondLst>
                                        </p:cTn>
                                        <p:tgtEl>
                                          <p:spTgt spid="7"/>
                                        </p:tgtEl>
                                      </p:cBhvr>
                                      <p:to x="100000" y="100000"/>
                                    </p:animScale>
                                    <p:animScale>
                                      <p:cBhvr>
                                        <p:cTn id="30" dur="26">
                                          <p:stCondLst>
                                            <p:cond delay="1808"/>
                                          </p:stCondLst>
                                        </p:cTn>
                                        <p:tgtEl>
                                          <p:spTgt spid="7"/>
                                        </p:tgtEl>
                                      </p:cBhvr>
                                      <p:to x="100000" y="95000"/>
                                    </p:animScale>
                                    <p:animScale>
                                      <p:cBhvr>
                                        <p:cTn id="31" dur="166" decel="50000">
                                          <p:stCondLst>
                                            <p:cond delay="1834"/>
                                          </p:stCondLst>
                                        </p:cTn>
                                        <p:tgtEl>
                                          <p:spTgt spid="7"/>
                                        </p:tgtEl>
                                      </p:cBhvr>
                                      <p:to x="100000" y="100000"/>
                                    </p:animScale>
                                  </p:childTnLst>
                                </p:cTn>
                              </p:par>
                            </p:childTnLst>
                          </p:cTn>
                        </p:par>
                        <p:par>
                          <p:cTn id="32" fill="hold">
                            <p:stCondLst>
                              <p:cond delay="4000"/>
                            </p:stCondLst>
                            <p:childTnLst>
                              <p:par>
                                <p:cTn id="33" presetID="26"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80">
                                          <p:stCondLst>
                                            <p:cond delay="0"/>
                                          </p:stCondLst>
                                        </p:cTn>
                                        <p:tgtEl>
                                          <p:spTgt spid="8"/>
                                        </p:tgtEl>
                                      </p:cBhvr>
                                    </p:animEffect>
                                    <p:anim calcmode="lin" valueType="num">
                                      <p:cBhvr>
                                        <p:cTn id="3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1" dur="26">
                                          <p:stCondLst>
                                            <p:cond delay="650"/>
                                          </p:stCondLst>
                                        </p:cTn>
                                        <p:tgtEl>
                                          <p:spTgt spid="8"/>
                                        </p:tgtEl>
                                      </p:cBhvr>
                                      <p:to x="100000" y="60000"/>
                                    </p:animScale>
                                    <p:animScale>
                                      <p:cBhvr>
                                        <p:cTn id="42" dur="166" decel="50000">
                                          <p:stCondLst>
                                            <p:cond delay="676"/>
                                          </p:stCondLst>
                                        </p:cTn>
                                        <p:tgtEl>
                                          <p:spTgt spid="8"/>
                                        </p:tgtEl>
                                      </p:cBhvr>
                                      <p:to x="100000" y="100000"/>
                                    </p:animScale>
                                    <p:animScale>
                                      <p:cBhvr>
                                        <p:cTn id="43" dur="26">
                                          <p:stCondLst>
                                            <p:cond delay="1312"/>
                                          </p:stCondLst>
                                        </p:cTn>
                                        <p:tgtEl>
                                          <p:spTgt spid="8"/>
                                        </p:tgtEl>
                                      </p:cBhvr>
                                      <p:to x="100000" y="80000"/>
                                    </p:animScale>
                                    <p:animScale>
                                      <p:cBhvr>
                                        <p:cTn id="44" dur="166" decel="50000">
                                          <p:stCondLst>
                                            <p:cond delay="1338"/>
                                          </p:stCondLst>
                                        </p:cTn>
                                        <p:tgtEl>
                                          <p:spTgt spid="8"/>
                                        </p:tgtEl>
                                      </p:cBhvr>
                                      <p:to x="100000" y="100000"/>
                                    </p:animScale>
                                    <p:animScale>
                                      <p:cBhvr>
                                        <p:cTn id="45" dur="26">
                                          <p:stCondLst>
                                            <p:cond delay="1642"/>
                                          </p:stCondLst>
                                        </p:cTn>
                                        <p:tgtEl>
                                          <p:spTgt spid="8"/>
                                        </p:tgtEl>
                                      </p:cBhvr>
                                      <p:to x="100000" y="90000"/>
                                    </p:animScale>
                                    <p:animScale>
                                      <p:cBhvr>
                                        <p:cTn id="46" dur="166" decel="50000">
                                          <p:stCondLst>
                                            <p:cond delay="1668"/>
                                          </p:stCondLst>
                                        </p:cTn>
                                        <p:tgtEl>
                                          <p:spTgt spid="8"/>
                                        </p:tgtEl>
                                      </p:cBhvr>
                                      <p:to x="100000" y="100000"/>
                                    </p:animScale>
                                    <p:animScale>
                                      <p:cBhvr>
                                        <p:cTn id="47" dur="26">
                                          <p:stCondLst>
                                            <p:cond delay="1808"/>
                                          </p:stCondLst>
                                        </p:cTn>
                                        <p:tgtEl>
                                          <p:spTgt spid="8"/>
                                        </p:tgtEl>
                                      </p:cBhvr>
                                      <p:to x="100000" y="95000"/>
                                    </p:animScale>
                                    <p:animScale>
                                      <p:cBhvr>
                                        <p:cTn id="48" dur="166" decel="50000">
                                          <p:stCondLst>
                                            <p:cond delay="1834"/>
                                          </p:stCondLst>
                                        </p:cTn>
                                        <p:tgtEl>
                                          <p:spTgt spid="8"/>
                                        </p:tgtEl>
                                      </p:cBhvr>
                                      <p:to x="100000" y="100000"/>
                                    </p:animScale>
                                  </p:childTnLst>
                                </p:cTn>
                              </p:par>
                            </p:childTnLst>
                          </p:cTn>
                        </p:par>
                        <p:par>
                          <p:cTn id="49" fill="hold">
                            <p:stCondLst>
                              <p:cond delay="6000"/>
                            </p:stCondLst>
                            <p:childTnLst>
                              <p:par>
                                <p:cTn id="50" presetID="6" presetClass="entr" presetSubtype="16"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circle(in)">
                                      <p:cBhvr>
                                        <p:cTn id="52" dur="1500"/>
                                        <p:tgtEl>
                                          <p:spTgt spid="9"/>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circle(in)">
                                      <p:cBhvr>
                                        <p:cTn id="55" dur="1500"/>
                                        <p:tgtEl>
                                          <p:spTgt spid="12"/>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circle(in)">
                                      <p:cBhvr>
                                        <p:cTn id="58" dur="1500"/>
                                        <p:tgtEl>
                                          <p:spTgt spid="10"/>
                                        </p:tgtEl>
                                      </p:cBhvr>
                                    </p:animEffect>
                                  </p:childTnLst>
                                </p:cTn>
                              </p:par>
                              <p:par>
                                <p:cTn id="59" presetID="6" presetClass="entr" presetSubtype="16"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circle(in)">
                                      <p:cBhvr>
                                        <p:cTn id="61" dur="1500"/>
                                        <p:tgtEl>
                                          <p:spTgt spid="15"/>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circle(in)">
                                      <p:cBhvr>
                                        <p:cTn id="64" dur="1500"/>
                                        <p:tgtEl>
                                          <p:spTgt spid="11"/>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circle(in)">
                                      <p:cBhvr>
                                        <p:cTn id="67" dur="1500"/>
                                        <p:tgtEl>
                                          <p:spTgt spid="14"/>
                                        </p:tgtEl>
                                      </p:cBhvr>
                                    </p:animEffect>
                                  </p:childTnLst>
                                </p:cTn>
                              </p:par>
                              <p:par>
                                <p:cTn id="68" presetID="6" presetClass="entr" presetSubtype="16" fill="hold" grpId="0" nodeType="with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circle(in)">
                                      <p:cBhvr>
                                        <p:cTn id="70" dur="1500"/>
                                        <p:tgtEl>
                                          <p:spTgt spid="13"/>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circle(in)">
                                      <p:cBhvr>
                                        <p:cTn id="73" dur="1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E0E"/>
        </a:solidFill>
        <a:effectLst/>
      </p:bgPr>
    </p:bg>
    <p:spTree>
      <p:nvGrpSpPr>
        <p:cNvPr id="1" name=""/>
        <p:cNvGrpSpPr/>
        <p:nvPr/>
      </p:nvGrpSpPr>
      <p:grpSpPr>
        <a:xfrm>
          <a:off x="0" y="0"/>
          <a:ext cx="0" cy="0"/>
          <a:chOff x="0" y="0"/>
          <a:chExt cx="0" cy="0"/>
        </a:xfrm>
      </p:grpSpPr>
      <p:pic>
        <p:nvPicPr>
          <p:cNvPr id="2" name="Image 0" descr="/mnt/data/a_dark_high_tech_abstract_infographic_ui_style.png"/>
          <p:cNvPicPr>
            <a:picLocks noChangeAspect="1"/>
          </p:cNvPicPr>
          <p:nvPr/>
        </p:nvPicPr>
        <p:blipFill>
          <a:blip r:embed="rId4"/>
          <a:srcRect t="25" b="25"/>
          <a:stretch/>
        </p:blipFill>
        <p:spPr>
          <a:xfrm>
            <a:off x="0" y="0"/>
            <a:ext cx="12191695" cy="6858000"/>
          </a:xfrm>
          <a:prstGeom prst="rect">
            <a:avLst/>
          </a:prstGeom>
        </p:spPr>
      </p:pic>
      <p:sp>
        <p:nvSpPr>
          <p:cNvPr id="3" name="Text 0"/>
          <p:cNvSpPr/>
          <p:nvPr/>
        </p:nvSpPr>
        <p:spPr>
          <a:xfrm>
            <a:off x="-2751268" y="539496"/>
            <a:ext cx="10789920" cy="640080"/>
          </a:xfrm>
          <a:prstGeom prst="rect">
            <a:avLst/>
          </a:prstGeom>
          <a:noFill/>
          <a:ln/>
        </p:spPr>
        <p:txBody>
          <a:bodyPr wrap="square" lIns="0" tIns="0" rIns="0" bIns="0" rtlCol="0" anchor="ctr"/>
          <a:lstStyle/>
          <a:p>
            <a:pPr marL="0" indent="0" algn="r">
              <a:buNone/>
            </a:pPr>
            <a:r>
              <a:rPr lang="en-US" sz="4800" b="1" dirty="0">
                <a:solidFill>
                  <a:srgbClr val="F5F5F5"/>
                </a:solidFill>
                <a:latin typeface="Times New Roman" panose="02020603050405020304" pitchFamily="18" charset="0"/>
                <a:cs typeface="Times New Roman" panose="02020603050405020304" pitchFamily="18" charset="0"/>
              </a:rPr>
              <a:t>Methodology</a:t>
            </a:r>
            <a:endParaRPr lang="en-US" sz="4000" dirty="0">
              <a:latin typeface="Times New Roman" panose="02020603050405020304" pitchFamily="18" charset="0"/>
              <a:cs typeface="Times New Roman" panose="02020603050405020304" pitchFamily="18" charset="0"/>
            </a:endParaRPr>
          </a:p>
        </p:txBody>
      </p:sp>
      <p:sp>
        <p:nvSpPr>
          <p:cNvPr id="4" name="Shape 1"/>
          <p:cNvSpPr/>
          <p:nvPr/>
        </p:nvSpPr>
        <p:spPr>
          <a:xfrm>
            <a:off x="4693023" y="1229868"/>
            <a:ext cx="3238052" cy="45719"/>
          </a:xfrm>
          <a:prstGeom prst="rect">
            <a:avLst/>
          </a:prstGeom>
          <a:solidFill>
            <a:srgbClr val="E63946"/>
          </a:solidFill>
          <a:ln w="12700">
            <a:solidFill>
              <a:srgbClr val="E63946"/>
            </a:solidFill>
            <a:prstDash val="solid"/>
          </a:ln>
        </p:spPr>
        <p:txBody>
          <a:bodyPr/>
          <a:lstStyle/>
          <a:p>
            <a:endParaRPr lang="en-PS"/>
          </a:p>
        </p:txBody>
      </p:sp>
      <p:sp>
        <p:nvSpPr>
          <p:cNvPr id="5" name="Text 2"/>
          <p:cNvSpPr/>
          <p:nvPr/>
        </p:nvSpPr>
        <p:spPr>
          <a:xfrm>
            <a:off x="-1567927" y="1371600"/>
            <a:ext cx="10789920" cy="347472"/>
          </a:xfrm>
          <a:prstGeom prst="rect">
            <a:avLst/>
          </a:prstGeom>
          <a:noFill/>
          <a:ln/>
        </p:spPr>
        <p:txBody>
          <a:bodyPr wrap="square" lIns="0" tIns="0" rIns="0" bIns="0" rtlCol="0" anchor="ctr"/>
          <a:lstStyle/>
          <a:p>
            <a:pPr marL="0" indent="0" algn="r">
              <a:buNone/>
            </a:pPr>
            <a:r>
              <a:rPr lang="en-US" sz="2400" dirty="0">
                <a:solidFill>
                  <a:srgbClr val="C8C8C8"/>
                </a:solidFill>
                <a:latin typeface="Times New Roman" panose="02020603050405020304" pitchFamily="18" charset="0"/>
                <a:cs typeface="Times New Roman" panose="02020603050405020304" pitchFamily="18" charset="0"/>
              </a:rPr>
              <a:t>Waterfall Model as project development approach</a:t>
            </a:r>
            <a:endParaRPr lang="en-US" sz="2400" dirty="0">
              <a:latin typeface="Times New Roman" panose="02020603050405020304" pitchFamily="18" charset="0"/>
              <a:cs typeface="Times New Roman" panose="02020603050405020304" pitchFamily="18" charset="0"/>
            </a:endParaRPr>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pic>
        <p:nvPicPr>
          <p:cNvPr id="9" name="Picture 8">
            <a:extLst>
              <a:ext uri="{FF2B5EF4-FFF2-40B4-BE49-F238E27FC236}">
                <a16:creationId xmlns:a16="http://schemas.microsoft.com/office/drawing/2014/main" id="{D7AE5E9A-07CB-3804-E49D-88B414D2CB0F}"/>
              </a:ext>
            </a:extLst>
          </p:cNvPr>
          <p:cNvPicPr>
            <a:picLocks noChangeAspect="1"/>
          </p:cNvPicPr>
          <p:nvPr/>
        </p:nvPicPr>
        <p:blipFill>
          <a:blip r:embed="rId5"/>
          <a:stretch>
            <a:fillRect/>
          </a:stretch>
        </p:blipFill>
        <p:spPr>
          <a:xfrm>
            <a:off x="5539853" y="4040088"/>
            <a:ext cx="2274112" cy="2580168"/>
          </a:xfrm>
          <a:prstGeom prst="rect">
            <a:avLst/>
          </a:prstGeom>
        </p:spPr>
      </p:pic>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09</a:t>
            </a:r>
            <a:endParaRPr lang="en-US" sz="1000" dirty="0"/>
          </a:p>
        </p:txBody>
      </p:sp>
      <p:sp>
        <p:nvSpPr>
          <p:cNvPr id="8" name="Right Arrow 7">
            <a:hlinkClick r:id="rId6" action="ppaction://hlinksldjump"/>
            <a:extLst>
              <a:ext uri="{FF2B5EF4-FFF2-40B4-BE49-F238E27FC236}">
                <a16:creationId xmlns:a16="http://schemas.microsoft.com/office/drawing/2014/main" id="{74697B08-9ED0-1258-ACE9-F68A196BBF80}"/>
              </a:ext>
            </a:extLst>
          </p:cNvPr>
          <p:cNvSpPr/>
          <p:nvPr/>
        </p:nvSpPr>
        <p:spPr>
          <a:xfrm rot="10800000">
            <a:off x="241223" y="5947887"/>
            <a:ext cx="1338943" cy="40429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4="http://schemas.microsoft.com/office/powerpoint/2010/main" Requires="p14">
      <p:transition spd="slow" p14:dur="3000">
        <p14:doors dir="vert"/>
        <p:sndAc>
          <p:stSnd>
            <p:snd r:embed="rId3" name="arrow.wav"/>
          </p:stSnd>
        </p:sndAc>
      </p:transition>
    </mc:Choice>
    <mc:Fallback>
      <p:transition spd="slow">
        <p:fade/>
        <p:sndAc>
          <p:stSnd>
            <p:snd r:embed="rId3"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000"/>
                                        <p:tgtEl>
                                          <p:spTgt spid="5"/>
                                        </p:tgtEl>
                                      </p:cBhvr>
                                    </p:animEffect>
                                    <p:anim calcmode="lin" valueType="num">
                                      <p:cBhvr>
                                        <p:cTn id="19" dur="2000" fill="hold"/>
                                        <p:tgtEl>
                                          <p:spTgt spid="5"/>
                                        </p:tgtEl>
                                        <p:attrNameLst>
                                          <p:attrName>ppt_x</p:attrName>
                                        </p:attrNameLst>
                                      </p:cBhvr>
                                      <p:tavLst>
                                        <p:tav tm="0">
                                          <p:val>
                                            <p:strVal val="#ppt_x"/>
                                          </p:val>
                                        </p:tav>
                                        <p:tav tm="100000">
                                          <p:val>
                                            <p:strVal val="#ppt_x"/>
                                          </p:val>
                                        </p:tav>
                                      </p:tavLst>
                                    </p:anim>
                                    <p:anim calcmode="lin" valueType="num">
                                      <p:cBhvr>
                                        <p:cTn id="20" dur="2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E0E"/>
        </a:solidFill>
        <a:effectLst/>
      </p:bgPr>
    </p:bg>
    <p:spTree>
      <p:nvGrpSpPr>
        <p:cNvPr id="1" name=""/>
        <p:cNvGrpSpPr/>
        <p:nvPr/>
      </p:nvGrpSpPr>
      <p:grpSpPr>
        <a:xfrm>
          <a:off x="0" y="0"/>
          <a:ext cx="0" cy="0"/>
          <a:chOff x="0" y="0"/>
          <a:chExt cx="0" cy="0"/>
        </a:xfrm>
      </p:grpSpPr>
      <p:sp>
        <p:nvSpPr>
          <p:cNvPr id="3" name="Text 0"/>
          <p:cNvSpPr/>
          <p:nvPr/>
        </p:nvSpPr>
        <p:spPr>
          <a:xfrm>
            <a:off x="502920" y="502920"/>
            <a:ext cx="4249384" cy="616373"/>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Waterfall Methodology</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flipV="1">
            <a:off x="822960" y="1036997"/>
            <a:ext cx="3839192" cy="48006"/>
          </a:xfrm>
          <a:prstGeom prst="rect">
            <a:avLst/>
          </a:prstGeom>
          <a:solidFill>
            <a:srgbClr val="E63946"/>
          </a:solidFill>
          <a:ln w="12700">
            <a:solidFill>
              <a:srgbClr val="E63946"/>
            </a:solidFill>
            <a:prstDash val="solid"/>
          </a:ln>
        </p:spPr>
        <p:txBody>
          <a:bodyPr/>
          <a:lstStyle/>
          <a:p>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14" name="Text 11"/>
          <p:cNvSpPr/>
          <p:nvPr/>
        </p:nvSpPr>
        <p:spPr>
          <a:xfrm>
            <a:off x="502920" y="3309870"/>
            <a:ext cx="2794072" cy="551099"/>
          </a:xfrm>
          <a:prstGeom prst="rect">
            <a:avLst/>
          </a:prstGeom>
          <a:noFill/>
          <a:ln/>
        </p:spPr>
        <p:txBody>
          <a:bodyPr wrap="square" lIns="0" tIns="0" rIns="0" bIns="0" rtlCol="0" anchor="ctr"/>
          <a:lstStyle/>
          <a:p>
            <a:pPr marL="0" indent="0" algn="r">
              <a:buNone/>
            </a:pPr>
            <a:r>
              <a:rPr lang="en-US" sz="2800" b="1" dirty="0">
                <a:solidFill>
                  <a:srgbClr val="E63946"/>
                </a:solidFill>
                <a:latin typeface="Times New Roman" panose="02020603050405020304" pitchFamily="18" charset="0"/>
                <a:cs typeface="Times New Roman" panose="02020603050405020304" pitchFamily="18" charset="0"/>
              </a:rPr>
              <a:t>Why choose it ??</a:t>
            </a:r>
            <a:endParaRPr lang="en-US" sz="2800" dirty="0">
              <a:latin typeface="Times New Roman" panose="02020603050405020304" pitchFamily="18" charset="0"/>
              <a:cs typeface="Times New Roman" panose="02020603050405020304" pitchFamily="18" charset="0"/>
            </a:endParaRPr>
          </a:p>
        </p:txBody>
      </p:sp>
      <p:sp>
        <p:nvSpPr>
          <p:cNvPr id="15" name="Text 12"/>
          <p:cNvSpPr/>
          <p:nvPr/>
        </p:nvSpPr>
        <p:spPr>
          <a:xfrm>
            <a:off x="792480" y="4093803"/>
            <a:ext cx="10607040" cy="1627632"/>
          </a:xfrm>
          <a:prstGeom prst="rect">
            <a:avLst/>
          </a:prstGeom>
          <a:noFill/>
          <a:ln/>
        </p:spPr>
        <p:txBody>
          <a:bodyPr wrap="square" lIns="508" tIns="508" rIns="508" bIns="508" rtlCol="0" anchor="t">
            <a:normAutofit fontScale="92500" lnSpcReduction="10000"/>
          </a:bodyPr>
          <a:lstStyle/>
          <a:p>
            <a:r>
              <a:rPr lang="en-PS" sz="2400" dirty="0">
                <a:solidFill>
                  <a:schemeClr val="bg1"/>
                </a:solidFill>
                <a:latin typeface="Times New Roman" panose="02020603050405020304" pitchFamily="18" charset="0"/>
                <a:cs typeface="Times New Roman" panose="02020603050405020304" pitchFamily="18" charset="0"/>
              </a:rPr>
              <a:t>The Waterfall Model is a traditional software development methodology that follows a sequential process. Each phase must be completed before moving to the next phase. This model was suitable for the Basmah platform because the project requirements were clearly identified from the beginning, including documenting stories, photos, videos, and user submissions related to Gaza </a:t>
            </a:r>
            <a:endParaRPr lang="en-US" sz="2400" dirty="0">
              <a:solidFill>
                <a:schemeClr val="bg1"/>
              </a:solidFill>
              <a:latin typeface="Times New Roman" panose="02020603050405020304" pitchFamily="18" charset="0"/>
              <a:cs typeface="Times New Roman" panose="02020603050405020304" pitchFamily="18" charset="0"/>
            </a:endParaRPr>
          </a:p>
        </p:txBody>
      </p:sp>
      <p:graphicFrame>
        <p:nvGraphicFramePr>
          <p:cNvPr id="17" name="Diagram 16">
            <a:extLst>
              <a:ext uri="{FF2B5EF4-FFF2-40B4-BE49-F238E27FC236}">
                <a16:creationId xmlns:a16="http://schemas.microsoft.com/office/drawing/2014/main" id="{D1CB3BB3-A4A0-0440-4075-E8AA6013A9C0}"/>
              </a:ext>
            </a:extLst>
          </p:cNvPr>
          <p:cNvGraphicFramePr/>
          <p:nvPr>
            <p:extLst>
              <p:ext uri="{D42A27DB-BD31-4B8C-83A1-F6EECF244321}">
                <p14:modId xmlns:p14="http://schemas.microsoft.com/office/powerpoint/2010/main" val="645638734"/>
              </p:ext>
            </p:extLst>
          </p:nvPr>
        </p:nvGraphicFramePr>
        <p:xfrm>
          <a:off x="154640" y="-347219"/>
          <a:ext cx="11882719"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mc:AlternateContent xmlns:mc="http://schemas.openxmlformats.org/markup-compatibility/2006">
    <mc:Choice xmlns:p14="http://schemas.microsoft.com/office/powerpoint/2010/main" Requires="p14">
      <p:transition spd="slow" p14:dur="2000">
        <p14:prism dir="r"/>
        <p:sndAc>
          <p:stSnd>
            <p:snd r:embed="rId3" name="arrow.wav"/>
          </p:stSnd>
        </p:sndAc>
      </p:transition>
    </mc:Choice>
    <mc:Fallback>
      <p:transition spd="slow">
        <p:fade/>
        <p:sndAc>
          <p:stSnd>
            <p:snd r:embed="rId3"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35" presetClass="entr" presetSubtype="0"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2000"/>
                                        <p:tgtEl>
                                          <p:spTgt spid="17"/>
                                        </p:tgtEl>
                                      </p:cBhvr>
                                    </p:animEffect>
                                    <p:anim calcmode="lin" valueType="num">
                                      <p:cBhvr>
                                        <p:cTn id="19" dur="2000" fill="hold"/>
                                        <p:tgtEl>
                                          <p:spTgt spid="17"/>
                                        </p:tgtEl>
                                        <p:attrNameLst>
                                          <p:attrName>style.rotation</p:attrName>
                                        </p:attrNameLst>
                                      </p:cBhvr>
                                      <p:tavLst>
                                        <p:tav tm="0">
                                          <p:val>
                                            <p:fltVal val="720"/>
                                          </p:val>
                                        </p:tav>
                                        <p:tav tm="100000">
                                          <p:val>
                                            <p:fltVal val="0"/>
                                          </p:val>
                                        </p:tav>
                                      </p:tavLst>
                                    </p:anim>
                                    <p:anim calcmode="lin" valueType="num">
                                      <p:cBhvr>
                                        <p:cTn id="20" dur="2000" fill="hold"/>
                                        <p:tgtEl>
                                          <p:spTgt spid="17"/>
                                        </p:tgtEl>
                                        <p:attrNameLst>
                                          <p:attrName>ppt_h</p:attrName>
                                        </p:attrNameLst>
                                      </p:cBhvr>
                                      <p:tavLst>
                                        <p:tav tm="0">
                                          <p:val>
                                            <p:fltVal val="0"/>
                                          </p:val>
                                        </p:tav>
                                        <p:tav tm="100000">
                                          <p:val>
                                            <p:strVal val="#ppt_h"/>
                                          </p:val>
                                        </p:tav>
                                      </p:tavLst>
                                    </p:anim>
                                    <p:anim calcmode="lin" valueType="num">
                                      <p:cBhvr>
                                        <p:cTn id="21" dur="2000" fill="hold"/>
                                        <p:tgtEl>
                                          <p:spTgt spid="17"/>
                                        </p:tgtEl>
                                        <p:attrNameLst>
                                          <p:attrName>ppt_w</p:attrName>
                                        </p:attrNameLst>
                                      </p:cBhvr>
                                      <p:tavLst>
                                        <p:tav tm="0">
                                          <p:val>
                                            <p:fltVal val="0"/>
                                          </p:val>
                                        </p:tav>
                                        <p:tav tm="100000">
                                          <p:val>
                                            <p:strVal val="#ppt_w"/>
                                          </p:val>
                                        </p:tav>
                                      </p:tavLst>
                                    </p:anim>
                                  </p:childTnLst>
                                </p:cTn>
                              </p:par>
                            </p:childTnLst>
                          </p:cTn>
                        </p:par>
                        <p:par>
                          <p:cTn id="22" fill="hold">
                            <p:stCondLst>
                              <p:cond delay="4000"/>
                            </p:stCondLst>
                            <p:childTnLst>
                              <p:par>
                                <p:cTn id="23" presetID="21" presetClass="entr" presetSubtype="1"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heel(1)">
                                      <p:cBhvr>
                                        <p:cTn id="25" dur="2000"/>
                                        <p:tgtEl>
                                          <p:spTgt spid="14"/>
                                        </p:tgtEl>
                                      </p:cBhvr>
                                    </p:animEffect>
                                  </p:childTnLst>
                                </p:cTn>
                              </p:par>
                            </p:childTnLst>
                          </p:cTn>
                        </p:par>
                        <p:par>
                          <p:cTn id="26" fill="hold">
                            <p:stCondLst>
                              <p:cond delay="6000"/>
                            </p:stCondLst>
                            <p:childTnLst>
                              <p:par>
                                <p:cTn id="27" presetID="31"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2000" fill="hold"/>
                                        <p:tgtEl>
                                          <p:spTgt spid="15"/>
                                        </p:tgtEl>
                                        <p:attrNameLst>
                                          <p:attrName>ppt_w</p:attrName>
                                        </p:attrNameLst>
                                      </p:cBhvr>
                                      <p:tavLst>
                                        <p:tav tm="0">
                                          <p:val>
                                            <p:fltVal val="0"/>
                                          </p:val>
                                        </p:tav>
                                        <p:tav tm="100000">
                                          <p:val>
                                            <p:strVal val="#ppt_w"/>
                                          </p:val>
                                        </p:tav>
                                      </p:tavLst>
                                    </p:anim>
                                    <p:anim calcmode="lin" valueType="num">
                                      <p:cBhvr>
                                        <p:cTn id="30" dur="2000" fill="hold"/>
                                        <p:tgtEl>
                                          <p:spTgt spid="15"/>
                                        </p:tgtEl>
                                        <p:attrNameLst>
                                          <p:attrName>ppt_h</p:attrName>
                                        </p:attrNameLst>
                                      </p:cBhvr>
                                      <p:tavLst>
                                        <p:tav tm="0">
                                          <p:val>
                                            <p:fltVal val="0"/>
                                          </p:val>
                                        </p:tav>
                                        <p:tav tm="100000">
                                          <p:val>
                                            <p:strVal val="#ppt_h"/>
                                          </p:val>
                                        </p:tav>
                                      </p:tavLst>
                                    </p:anim>
                                    <p:anim calcmode="lin" valueType="num">
                                      <p:cBhvr>
                                        <p:cTn id="31" dur="2000" fill="hold"/>
                                        <p:tgtEl>
                                          <p:spTgt spid="15"/>
                                        </p:tgtEl>
                                        <p:attrNameLst>
                                          <p:attrName>style.rotation</p:attrName>
                                        </p:attrNameLst>
                                      </p:cBhvr>
                                      <p:tavLst>
                                        <p:tav tm="0">
                                          <p:val>
                                            <p:fltVal val="90"/>
                                          </p:val>
                                        </p:tav>
                                        <p:tav tm="100000">
                                          <p:val>
                                            <p:fltVal val="0"/>
                                          </p:val>
                                        </p:tav>
                                      </p:tavLst>
                                    </p:anim>
                                    <p:animEffect transition="in" filter="fade">
                                      <p:cBhvr>
                                        <p:cTn id="3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4" grpId="0" animBg="1"/>
      <p:bldP spid="15" grpId="0" animBg="1"/>
      <p:bldGraphic spid="1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731520" y="518696"/>
            <a:ext cx="3749040" cy="423135"/>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Development Phases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flipV="1">
            <a:off x="907317" y="1101852"/>
            <a:ext cx="3573243"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11</a:t>
            </a:r>
            <a:endParaRPr lang="en-US" sz="1000" dirty="0"/>
          </a:p>
        </p:txBody>
      </p:sp>
      <p:sp>
        <p:nvSpPr>
          <p:cNvPr id="7" name="Text 5"/>
          <p:cNvSpPr/>
          <p:nvPr/>
        </p:nvSpPr>
        <p:spPr>
          <a:xfrm>
            <a:off x="731520" y="1417320"/>
            <a:ext cx="3429000" cy="1463040"/>
          </a:xfrm>
          <a:prstGeom prst="rect">
            <a:avLst/>
          </a:prstGeom>
          <a:solidFill>
            <a:schemeClr val="bg1"/>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a:bodyPr>
          <a:lstStyle/>
          <a:p>
            <a:r>
              <a:rPr lang="en-US" sz="2400" b="1" u="sng" dirty="0">
                <a:solidFill>
                  <a:srgbClr val="E63946"/>
                </a:solidFill>
                <a:latin typeface="Times New Roman" panose="02020603050405020304" pitchFamily="18" charset="0"/>
                <a:cs typeface="Times New Roman" panose="02020603050405020304" pitchFamily="18" charset="0"/>
              </a:rPr>
              <a:t>Requirements:</a:t>
            </a:r>
            <a:endParaRPr lang="en-US" sz="2400" b="1" dirty="0">
              <a:latin typeface="Times New Roman" panose="02020603050405020304" pitchFamily="18" charset="0"/>
              <a:cs typeface="Times New Roman" panose="02020603050405020304" pitchFamily="18" charset="0"/>
            </a:endParaRPr>
          </a:p>
          <a:p>
            <a:pPr algn="ctr"/>
            <a:r>
              <a:rPr lang="en-PS" sz="2400" dirty="0">
                <a:solidFill>
                  <a:schemeClr val="tx1"/>
                </a:solidFill>
                <a:latin typeface="Times New Roman" panose="02020603050405020304" pitchFamily="18" charset="0"/>
                <a:cs typeface="Times New Roman" panose="02020603050405020304" pitchFamily="18" charset="0"/>
              </a:rPr>
              <a:t>Defined project objectives, user needs, content types, scope, and system limitations.</a:t>
            </a:r>
          </a:p>
        </p:txBody>
      </p:sp>
      <p:sp>
        <p:nvSpPr>
          <p:cNvPr id="8" name="Text 6"/>
          <p:cNvSpPr/>
          <p:nvPr/>
        </p:nvSpPr>
        <p:spPr>
          <a:xfrm>
            <a:off x="4480560" y="1417320"/>
            <a:ext cx="3429000" cy="1463040"/>
          </a:xfrm>
          <a:prstGeom prst="rect">
            <a:avLst/>
          </a:prstGeom>
          <a:solidFill>
            <a:schemeClr val="bg1">
              <a:lumMod val="85000"/>
            </a:schemeClr>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lnSpcReduction="10000"/>
          </a:bodyPr>
          <a:lstStyle/>
          <a:p>
            <a:pPr marL="0" indent="0">
              <a:buNone/>
            </a:pPr>
            <a:r>
              <a:rPr lang="en-US" sz="2400" b="1" u="sng" dirty="0">
                <a:solidFill>
                  <a:srgbClr val="E63946"/>
                </a:solidFill>
                <a:latin typeface="Times New Roman" panose="02020603050405020304" pitchFamily="18" charset="0"/>
                <a:cs typeface="Times New Roman" panose="02020603050405020304" pitchFamily="18" charset="0"/>
              </a:rPr>
              <a:t>Analysis:</a:t>
            </a:r>
          </a:p>
          <a:p>
            <a:pPr algn="ctr"/>
            <a:r>
              <a:rPr lang="en-PS" sz="2000" dirty="0">
                <a:solidFill>
                  <a:schemeClr val="tx1"/>
                </a:solidFill>
                <a:latin typeface="Times New Roman" panose="02020603050405020304" pitchFamily="18" charset="0"/>
                <a:cs typeface="Times New Roman" panose="02020603050405020304" pitchFamily="18" charset="0"/>
              </a:rPr>
              <a:t>Identified system actors: Visitor, Contributor, and Administrator, then defined functional and non-functional requirements.</a:t>
            </a:r>
          </a:p>
        </p:txBody>
      </p:sp>
      <p:sp>
        <p:nvSpPr>
          <p:cNvPr id="9" name="Text 7"/>
          <p:cNvSpPr/>
          <p:nvPr/>
        </p:nvSpPr>
        <p:spPr>
          <a:xfrm>
            <a:off x="8229600" y="1417320"/>
            <a:ext cx="3429000" cy="1463040"/>
          </a:xfrm>
          <a:prstGeom prst="rect">
            <a:avLst/>
          </a:prstGeom>
          <a:solidFill>
            <a:schemeClr val="bg1">
              <a:lumMod val="50000"/>
            </a:schemeClr>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fontScale="92500" lnSpcReduction="10000"/>
          </a:bodyPr>
          <a:lstStyle/>
          <a:p>
            <a:pPr marL="0" indent="0">
              <a:buNone/>
            </a:pPr>
            <a:r>
              <a:rPr lang="en-US" sz="2800" b="1" u="sng" dirty="0">
                <a:solidFill>
                  <a:schemeClr val="bg1"/>
                </a:solidFill>
                <a:latin typeface="Times New Roman" panose="02020603050405020304" pitchFamily="18" charset="0"/>
                <a:cs typeface="Times New Roman" panose="02020603050405020304" pitchFamily="18" charset="0"/>
              </a:rPr>
              <a:t>Design:</a:t>
            </a:r>
          </a:p>
          <a:p>
            <a:pPr algn="ctr"/>
            <a:r>
              <a:rPr lang="en-PS" sz="2000" dirty="0">
                <a:solidFill>
                  <a:schemeClr val="tx1"/>
                </a:solidFill>
                <a:latin typeface="Times New Roman" panose="02020603050405020304" pitchFamily="18" charset="0"/>
                <a:cs typeface="Times New Roman" panose="02020603050405020304" pitchFamily="18" charset="0"/>
              </a:rPr>
              <a:t>Designed the user interface prototypes using Figma, planned the system architecture, ERD, and database tables.</a:t>
            </a:r>
          </a:p>
        </p:txBody>
      </p:sp>
      <p:sp>
        <p:nvSpPr>
          <p:cNvPr id="10" name="Text 8"/>
          <p:cNvSpPr/>
          <p:nvPr/>
        </p:nvSpPr>
        <p:spPr>
          <a:xfrm>
            <a:off x="731520" y="3337560"/>
            <a:ext cx="3429000" cy="1463040"/>
          </a:xfrm>
          <a:prstGeom prst="rect">
            <a:avLst/>
          </a:prstGeom>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wrap="square" lIns="1778" tIns="1778" rIns="1778" bIns="1778" rtlCol="0" anchor="t">
            <a:normAutofit fontScale="55000" lnSpcReduction="20000"/>
          </a:bodyPr>
          <a:lstStyle/>
          <a:p>
            <a:r>
              <a:rPr lang="en-US" sz="5100" b="1" u="sng" dirty="0">
                <a:solidFill>
                  <a:schemeClr val="tx1"/>
                </a:solidFill>
                <a:latin typeface="Times New Roman" panose="02020603050405020304" pitchFamily="18" charset="0"/>
                <a:cs typeface="Times New Roman" panose="02020603050405020304" pitchFamily="18" charset="0"/>
              </a:rPr>
              <a:t>Implementation:</a:t>
            </a:r>
          </a:p>
          <a:p>
            <a:pPr algn="ctr"/>
            <a:r>
              <a:rPr lang="en-PS" sz="3200" dirty="0">
                <a:solidFill>
                  <a:schemeClr val="bg1"/>
                </a:solidFill>
                <a:latin typeface="Times New Roman" panose="02020603050405020304" pitchFamily="18" charset="0"/>
                <a:cs typeface="Times New Roman" panose="02020603050405020304" pitchFamily="18" charset="0"/>
              </a:rPr>
              <a:t>Developed the front-end using HTML, CSS, Bootstrap, and JavaScript, and built the back-end using PHP with MySQL database.</a:t>
            </a:r>
          </a:p>
        </p:txBody>
      </p:sp>
      <p:sp>
        <p:nvSpPr>
          <p:cNvPr id="11" name="Text 9"/>
          <p:cNvSpPr/>
          <p:nvPr/>
        </p:nvSpPr>
        <p:spPr>
          <a:xfrm>
            <a:off x="4480560" y="3337560"/>
            <a:ext cx="3429000" cy="1463040"/>
          </a:xfrm>
          <a:prstGeom prst="rect">
            <a:avLst/>
          </a:prstGeom>
          <a:ln>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lnSpcReduction="10000"/>
          </a:bodyPr>
          <a:lstStyle/>
          <a:p>
            <a:pPr indent="0">
              <a:buNone/>
            </a:pPr>
            <a:r>
              <a:rPr lang="en-US" sz="2200" b="1" u="sng" dirty="0">
                <a:solidFill>
                  <a:srgbClr val="E63946"/>
                </a:solidFill>
                <a:latin typeface="Times New Roman" panose="02020603050405020304" pitchFamily="18" charset="0"/>
                <a:cs typeface="Times New Roman" panose="02020603050405020304" pitchFamily="18" charset="0"/>
              </a:rPr>
              <a:t>Testing:</a:t>
            </a:r>
          </a:p>
          <a:p>
            <a:pPr algn="ctr"/>
            <a:r>
              <a:rPr lang="en-PS" sz="2000" dirty="0">
                <a:solidFill>
                  <a:schemeClr val="bg1"/>
                </a:solidFill>
                <a:latin typeface="Times New Roman" panose="02020603050405020304" pitchFamily="18" charset="0"/>
                <a:cs typeface="Times New Roman" panose="02020603050405020304" pitchFamily="18" charset="0"/>
              </a:rPr>
              <a:t>Tested the main pages, login, upload, search, add, edit, delete, security, database, and responsive design.</a:t>
            </a:r>
          </a:p>
        </p:txBody>
      </p:sp>
      <p:sp>
        <p:nvSpPr>
          <p:cNvPr id="12" name="Text 10"/>
          <p:cNvSpPr/>
          <p:nvPr/>
        </p:nvSpPr>
        <p:spPr>
          <a:xfrm>
            <a:off x="8229600" y="3337560"/>
            <a:ext cx="3429000" cy="1463040"/>
          </a:xfrm>
          <a:prstGeom prst="rect">
            <a:avLst/>
          </a:prstGeom>
          <a:solidFill>
            <a:srgbClr val="B42632"/>
          </a:solidFill>
          <a:ln/>
        </p:spPr>
        <p:style>
          <a:lnRef idx="0">
            <a:schemeClr val="dk1"/>
          </a:lnRef>
          <a:fillRef idx="3">
            <a:schemeClr val="dk1"/>
          </a:fillRef>
          <a:effectRef idx="3">
            <a:schemeClr val="dk1"/>
          </a:effectRef>
          <a:fontRef idx="minor">
            <a:schemeClr val="lt1"/>
          </a:fontRef>
        </p:style>
        <p:txBody>
          <a:bodyPr wrap="square" lIns="1778" tIns="1778" rIns="1778" bIns="1778" rtlCol="0" anchor="t">
            <a:normAutofit lnSpcReduction="10000"/>
          </a:bodyPr>
          <a:lstStyle/>
          <a:p>
            <a:r>
              <a:rPr lang="en-US" sz="2400" b="1" u="sng" dirty="0">
                <a:solidFill>
                  <a:schemeClr val="tx1"/>
                </a:solidFill>
                <a:latin typeface="Times New Roman" panose="02020603050405020304" pitchFamily="18" charset="0"/>
                <a:cs typeface="Times New Roman" panose="02020603050405020304" pitchFamily="18" charset="0"/>
              </a:rPr>
              <a:t>Evaluation:</a:t>
            </a:r>
          </a:p>
          <a:p>
            <a:pPr algn="ctr"/>
            <a:r>
              <a:rPr lang="en-PS" sz="2000" dirty="0">
                <a:solidFill>
                  <a:schemeClr val="bg1"/>
                </a:solidFill>
                <a:latin typeface="Times New Roman" panose="02020603050405020304" pitchFamily="18" charset="0"/>
                <a:cs typeface="Times New Roman" panose="02020603050405020304" pitchFamily="18" charset="0"/>
              </a:rPr>
              <a:t>Evaluated the system quality based on functionality, usability, user interface, performance, security, and responsiveness.</a:t>
            </a:r>
          </a:p>
        </p:txBody>
      </p:sp>
    </p:spTree>
  </p:cSld>
  <p:clrMapOvr>
    <a:masterClrMapping/>
  </p:clrMapOvr>
  <mc:AlternateContent xmlns:mc="http://schemas.openxmlformats.org/markup-compatibility/2006">
    <mc:Choice xmlns:p14="http://schemas.microsoft.com/office/powerpoint/2010/main" Requires="p14">
      <p:transition spd="slow" p14:dur="2000">
        <p14:prism dir="r"/>
        <p:sndAc>
          <p:stSnd>
            <p:snd r:embed="rId3" name="arrow.wav"/>
          </p:stSnd>
        </p:sndAc>
      </p:transition>
    </mc:Choice>
    <mc:Fallback>
      <p:transition spd="slow">
        <p:fade/>
        <p:sndAc>
          <p:stSnd>
            <p:snd r:embed="rId3"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49" presetClass="entr" presetSubtype="0" decel="10000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2000" fill="hold"/>
                                        <p:tgtEl>
                                          <p:spTgt spid="7"/>
                                        </p:tgtEl>
                                        <p:attrNameLst>
                                          <p:attrName>ppt_w</p:attrName>
                                        </p:attrNameLst>
                                      </p:cBhvr>
                                      <p:tavLst>
                                        <p:tav tm="0">
                                          <p:val>
                                            <p:fltVal val="0"/>
                                          </p:val>
                                        </p:tav>
                                        <p:tav tm="100000">
                                          <p:val>
                                            <p:strVal val="#ppt_w"/>
                                          </p:val>
                                        </p:tav>
                                      </p:tavLst>
                                    </p:anim>
                                    <p:anim calcmode="lin" valueType="num">
                                      <p:cBhvr>
                                        <p:cTn id="19" dur="2000" fill="hold"/>
                                        <p:tgtEl>
                                          <p:spTgt spid="7"/>
                                        </p:tgtEl>
                                        <p:attrNameLst>
                                          <p:attrName>ppt_h</p:attrName>
                                        </p:attrNameLst>
                                      </p:cBhvr>
                                      <p:tavLst>
                                        <p:tav tm="0">
                                          <p:val>
                                            <p:fltVal val="0"/>
                                          </p:val>
                                        </p:tav>
                                        <p:tav tm="100000">
                                          <p:val>
                                            <p:strVal val="#ppt_h"/>
                                          </p:val>
                                        </p:tav>
                                      </p:tavLst>
                                    </p:anim>
                                    <p:anim calcmode="lin" valueType="num">
                                      <p:cBhvr>
                                        <p:cTn id="20" dur="2000" fill="hold"/>
                                        <p:tgtEl>
                                          <p:spTgt spid="7"/>
                                        </p:tgtEl>
                                        <p:attrNameLst>
                                          <p:attrName>style.rotation</p:attrName>
                                        </p:attrNameLst>
                                      </p:cBhvr>
                                      <p:tavLst>
                                        <p:tav tm="0">
                                          <p:val>
                                            <p:fltVal val="360"/>
                                          </p:val>
                                        </p:tav>
                                        <p:tav tm="100000">
                                          <p:val>
                                            <p:fltVal val="0"/>
                                          </p:val>
                                        </p:tav>
                                      </p:tavLst>
                                    </p:anim>
                                    <p:animEffect transition="in" filter="fade">
                                      <p:cBhvr>
                                        <p:cTn id="21" dur="2000"/>
                                        <p:tgtEl>
                                          <p:spTgt spid="7"/>
                                        </p:tgtEl>
                                      </p:cBhvr>
                                    </p:animEffect>
                                  </p:childTnLst>
                                </p:cTn>
                              </p:par>
                            </p:childTnLst>
                          </p:cTn>
                        </p:par>
                        <p:par>
                          <p:cTn id="22" fill="hold">
                            <p:stCondLst>
                              <p:cond delay="4000"/>
                            </p:stCondLst>
                            <p:childTnLst>
                              <p:par>
                                <p:cTn id="23" presetID="49" presetClass="entr" presetSubtype="0" decel="10000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2000" fill="hold"/>
                                        <p:tgtEl>
                                          <p:spTgt spid="8"/>
                                        </p:tgtEl>
                                        <p:attrNameLst>
                                          <p:attrName>ppt_w</p:attrName>
                                        </p:attrNameLst>
                                      </p:cBhvr>
                                      <p:tavLst>
                                        <p:tav tm="0">
                                          <p:val>
                                            <p:fltVal val="0"/>
                                          </p:val>
                                        </p:tav>
                                        <p:tav tm="100000">
                                          <p:val>
                                            <p:strVal val="#ppt_w"/>
                                          </p:val>
                                        </p:tav>
                                      </p:tavLst>
                                    </p:anim>
                                    <p:anim calcmode="lin" valueType="num">
                                      <p:cBhvr>
                                        <p:cTn id="26" dur="2000" fill="hold"/>
                                        <p:tgtEl>
                                          <p:spTgt spid="8"/>
                                        </p:tgtEl>
                                        <p:attrNameLst>
                                          <p:attrName>ppt_h</p:attrName>
                                        </p:attrNameLst>
                                      </p:cBhvr>
                                      <p:tavLst>
                                        <p:tav tm="0">
                                          <p:val>
                                            <p:fltVal val="0"/>
                                          </p:val>
                                        </p:tav>
                                        <p:tav tm="100000">
                                          <p:val>
                                            <p:strVal val="#ppt_h"/>
                                          </p:val>
                                        </p:tav>
                                      </p:tavLst>
                                    </p:anim>
                                    <p:anim calcmode="lin" valueType="num">
                                      <p:cBhvr>
                                        <p:cTn id="27" dur="2000" fill="hold"/>
                                        <p:tgtEl>
                                          <p:spTgt spid="8"/>
                                        </p:tgtEl>
                                        <p:attrNameLst>
                                          <p:attrName>style.rotation</p:attrName>
                                        </p:attrNameLst>
                                      </p:cBhvr>
                                      <p:tavLst>
                                        <p:tav tm="0">
                                          <p:val>
                                            <p:fltVal val="360"/>
                                          </p:val>
                                        </p:tav>
                                        <p:tav tm="100000">
                                          <p:val>
                                            <p:fltVal val="0"/>
                                          </p:val>
                                        </p:tav>
                                      </p:tavLst>
                                    </p:anim>
                                    <p:animEffect transition="in" filter="fade">
                                      <p:cBhvr>
                                        <p:cTn id="28" dur="2000"/>
                                        <p:tgtEl>
                                          <p:spTgt spid="8"/>
                                        </p:tgtEl>
                                      </p:cBhvr>
                                    </p:animEffect>
                                  </p:childTnLst>
                                </p:cTn>
                              </p:par>
                            </p:childTnLst>
                          </p:cTn>
                        </p:par>
                        <p:par>
                          <p:cTn id="29" fill="hold">
                            <p:stCondLst>
                              <p:cond delay="6000"/>
                            </p:stCondLst>
                            <p:childTnLst>
                              <p:par>
                                <p:cTn id="30" presetID="49" presetClass="entr" presetSubtype="0" decel="100000"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2000" fill="hold"/>
                                        <p:tgtEl>
                                          <p:spTgt spid="9"/>
                                        </p:tgtEl>
                                        <p:attrNameLst>
                                          <p:attrName>ppt_w</p:attrName>
                                        </p:attrNameLst>
                                      </p:cBhvr>
                                      <p:tavLst>
                                        <p:tav tm="0">
                                          <p:val>
                                            <p:fltVal val="0"/>
                                          </p:val>
                                        </p:tav>
                                        <p:tav tm="100000">
                                          <p:val>
                                            <p:strVal val="#ppt_w"/>
                                          </p:val>
                                        </p:tav>
                                      </p:tavLst>
                                    </p:anim>
                                    <p:anim calcmode="lin" valueType="num">
                                      <p:cBhvr>
                                        <p:cTn id="33" dur="2000" fill="hold"/>
                                        <p:tgtEl>
                                          <p:spTgt spid="9"/>
                                        </p:tgtEl>
                                        <p:attrNameLst>
                                          <p:attrName>ppt_h</p:attrName>
                                        </p:attrNameLst>
                                      </p:cBhvr>
                                      <p:tavLst>
                                        <p:tav tm="0">
                                          <p:val>
                                            <p:fltVal val="0"/>
                                          </p:val>
                                        </p:tav>
                                        <p:tav tm="100000">
                                          <p:val>
                                            <p:strVal val="#ppt_h"/>
                                          </p:val>
                                        </p:tav>
                                      </p:tavLst>
                                    </p:anim>
                                    <p:anim calcmode="lin" valueType="num">
                                      <p:cBhvr>
                                        <p:cTn id="34" dur="2000" fill="hold"/>
                                        <p:tgtEl>
                                          <p:spTgt spid="9"/>
                                        </p:tgtEl>
                                        <p:attrNameLst>
                                          <p:attrName>style.rotation</p:attrName>
                                        </p:attrNameLst>
                                      </p:cBhvr>
                                      <p:tavLst>
                                        <p:tav tm="0">
                                          <p:val>
                                            <p:fltVal val="360"/>
                                          </p:val>
                                        </p:tav>
                                        <p:tav tm="100000">
                                          <p:val>
                                            <p:fltVal val="0"/>
                                          </p:val>
                                        </p:tav>
                                      </p:tavLst>
                                    </p:anim>
                                    <p:animEffect transition="in" filter="fade">
                                      <p:cBhvr>
                                        <p:cTn id="35" dur="2000"/>
                                        <p:tgtEl>
                                          <p:spTgt spid="9"/>
                                        </p:tgtEl>
                                      </p:cBhvr>
                                    </p:animEffect>
                                  </p:childTnLst>
                                </p:cTn>
                              </p:par>
                            </p:childTnLst>
                          </p:cTn>
                        </p:par>
                        <p:par>
                          <p:cTn id="36" fill="hold">
                            <p:stCondLst>
                              <p:cond delay="8000"/>
                            </p:stCondLst>
                            <p:childTnLst>
                              <p:par>
                                <p:cTn id="37" presetID="49" presetClass="entr" presetSubtype="0" decel="10000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2000" fill="hold"/>
                                        <p:tgtEl>
                                          <p:spTgt spid="10"/>
                                        </p:tgtEl>
                                        <p:attrNameLst>
                                          <p:attrName>ppt_w</p:attrName>
                                        </p:attrNameLst>
                                      </p:cBhvr>
                                      <p:tavLst>
                                        <p:tav tm="0">
                                          <p:val>
                                            <p:fltVal val="0"/>
                                          </p:val>
                                        </p:tav>
                                        <p:tav tm="100000">
                                          <p:val>
                                            <p:strVal val="#ppt_w"/>
                                          </p:val>
                                        </p:tav>
                                      </p:tavLst>
                                    </p:anim>
                                    <p:anim calcmode="lin" valueType="num">
                                      <p:cBhvr>
                                        <p:cTn id="40" dur="2000" fill="hold"/>
                                        <p:tgtEl>
                                          <p:spTgt spid="10"/>
                                        </p:tgtEl>
                                        <p:attrNameLst>
                                          <p:attrName>ppt_h</p:attrName>
                                        </p:attrNameLst>
                                      </p:cBhvr>
                                      <p:tavLst>
                                        <p:tav tm="0">
                                          <p:val>
                                            <p:fltVal val="0"/>
                                          </p:val>
                                        </p:tav>
                                        <p:tav tm="100000">
                                          <p:val>
                                            <p:strVal val="#ppt_h"/>
                                          </p:val>
                                        </p:tav>
                                      </p:tavLst>
                                    </p:anim>
                                    <p:anim calcmode="lin" valueType="num">
                                      <p:cBhvr>
                                        <p:cTn id="41" dur="2000" fill="hold"/>
                                        <p:tgtEl>
                                          <p:spTgt spid="10"/>
                                        </p:tgtEl>
                                        <p:attrNameLst>
                                          <p:attrName>style.rotation</p:attrName>
                                        </p:attrNameLst>
                                      </p:cBhvr>
                                      <p:tavLst>
                                        <p:tav tm="0">
                                          <p:val>
                                            <p:fltVal val="360"/>
                                          </p:val>
                                        </p:tav>
                                        <p:tav tm="100000">
                                          <p:val>
                                            <p:fltVal val="0"/>
                                          </p:val>
                                        </p:tav>
                                      </p:tavLst>
                                    </p:anim>
                                    <p:animEffect transition="in" filter="fade">
                                      <p:cBhvr>
                                        <p:cTn id="42" dur="2000"/>
                                        <p:tgtEl>
                                          <p:spTgt spid="10"/>
                                        </p:tgtEl>
                                      </p:cBhvr>
                                    </p:animEffect>
                                  </p:childTnLst>
                                </p:cTn>
                              </p:par>
                            </p:childTnLst>
                          </p:cTn>
                        </p:par>
                        <p:par>
                          <p:cTn id="43" fill="hold">
                            <p:stCondLst>
                              <p:cond delay="10000"/>
                            </p:stCondLst>
                            <p:childTnLst>
                              <p:par>
                                <p:cTn id="44" presetID="49" presetClass="entr" presetSubtype="0" decel="10000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p:cTn id="46" dur="2000" fill="hold"/>
                                        <p:tgtEl>
                                          <p:spTgt spid="11"/>
                                        </p:tgtEl>
                                        <p:attrNameLst>
                                          <p:attrName>ppt_w</p:attrName>
                                        </p:attrNameLst>
                                      </p:cBhvr>
                                      <p:tavLst>
                                        <p:tav tm="0">
                                          <p:val>
                                            <p:fltVal val="0"/>
                                          </p:val>
                                        </p:tav>
                                        <p:tav tm="100000">
                                          <p:val>
                                            <p:strVal val="#ppt_w"/>
                                          </p:val>
                                        </p:tav>
                                      </p:tavLst>
                                    </p:anim>
                                    <p:anim calcmode="lin" valueType="num">
                                      <p:cBhvr>
                                        <p:cTn id="47" dur="2000" fill="hold"/>
                                        <p:tgtEl>
                                          <p:spTgt spid="11"/>
                                        </p:tgtEl>
                                        <p:attrNameLst>
                                          <p:attrName>ppt_h</p:attrName>
                                        </p:attrNameLst>
                                      </p:cBhvr>
                                      <p:tavLst>
                                        <p:tav tm="0">
                                          <p:val>
                                            <p:fltVal val="0"/>
                                          </p:val>
                                        </p:tav>
                                        <p:tav tm="100000">
                                          <p:val>
                                            <p:strVal val="#ppt_h"/>
                                          </p:val>
                                        </p:tav>
                                      </p:tavLst>
                                    </p:anim>
                                    <p:anim calcmode="lin" valueType="num">
                                      <p:cBhvr>
                                        <p:cTn id="48" dur="2000" fill="hold"/>
                                        <p:tgtEl>
                                          <p:spTgt spid="11"/>
                                        </p:tgtEl>
                                        <p:attrNameLst>
                                          <p:attrName>style.rotation</p:attrName>
                                        </p:attrNameLst>
                                      </p:cBhvr>
                                      <p:tavLst>
                                        <p:tav tm="0">
                                          <p:val>
                                            <p:fltVal val="360"/>
                                          </p:val>
                                        </p:tav>
                                        <p:tav tm="100000">
                                          <p:val>
                                            <p:fltVal val="0"/>
                                          </p:val>
                                        </p:tav>
                                      </p:tavLst>
                                    </p:anim>
                                    <p:animEffect transition="in" filter="fade">
                                      <p:cBhvr>
                                        <p:cTn id="49" dur="2000"/>
                                        <p:tgtEl>
                                          <p:spTgt spid="11"/>
                                        </p:tgtEl>
                                      </p:cBhvr>
                                    </p:animEffect>
                                  </p:childTnLst>
                                </p:cTn>
                              </p:par>
                            </p:childTnLst>
                          </p:cTn>
                        </p:par>
                        <p:par>
                          <p:cTn id="50" fill="hold">
                            <p:stCondLst>
                              <p:cond delay="12000"/>
                            </p:stCondLst>
                            <p:childTnLst>
                              <p:par>
                                <p:cTn id="51" presetID="49" presetClass="entr" presetSubtype="0" decel="10000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2000" fill="hold"/>
                                        <p:tgtEl>
                                          <p:spTgt spid="12"/>
                                        </p:tgtEl>
                                        <p:attrNameLst>
                                          <p:attrName>ppt_w</p:attrName>
                                        </p:attrNameLst>
                                      </p:cBhvr>
                                      <p:tavLst>
                                        <p:tav tm="0">
                                          <p:val>
                                            <p:fltVal val="0"/>
                                          </p:val>
                                        </p:tav>
                                        <p:tav tm="100000">
                                          <p:val>
                                            <p:strVal val="#ppt_w"/>
                                          </p:val>
                                        </p:tav>
                                      </p:tavLst>
                                    </p:anim>
                                    <p:anim calcmode="lin" valueType="num">
                                      <p:cBhvr>
                                        <p:cTn id="54" dur="2000" fill="hold"/>
                                        <p:tgtEl>
                                          <p:spTgt spid="12"/>
                                        </p:tgtEl>
                                        <p:attrNameLst>
                                          <p:attrName>ppt_h</p:attrName>
                                        </p:attrNameLst>
                                      </p:cBhvr>
                                      <p:tavLst>
                                        <p:tav tm="0">
                                          <p:val>
                                            <p:fltVal val="0"/>
                                          </p:val>
                                        </p:tav>
                                        <p:tav tm="100000">
                                          <p:val>
                                            <p:strVal val="#ppt_h"/>
                                          </p:val>
                                        </p:tav>
                                      </p:tavLst>
                                    </p:anim>
                                    <p:anim calcmode="lin" valueType="num">
                                      <p:cBhvr>
                                        <p:cTn id="55" dur="2000" fill="hold"/>
                                        <p:tgtEl>
                                          <p:spTgt spid="12"/>
                                        </p:tgtEl>
                                        <p:attrNameLst>
                                          <p:attrName>style.rotation</p:attrName>
                                        </p:attrNameLst>
                                      </p:cBhvr>
                                      <p:tavLst>
                                        <p:tav tm="0">
                                          <p:val>
                                            <p:fltVal val="360"/>
                                          </p:val>
                                        </p:tav>
                                        <p:tav tm="100000">
                                          <p:val>
                                            <p:fltVal val="0"/>
                                          </p:val>
                                        </p:tav>
                                      </p:tavLst>
                                    </p:anim>
                                    <p:animEffect transition="in" filter="fade">
                                      <p:cBhvr>
                                        <p:cTn id="56"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0"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E0E"/>
        </a:solidFill>
        <a:effectLst/>
      </p:bgPr>
    </p:bg>
    <p:spTree>
      <p:nvGrpSpPr>
        <p:cNvPr id="1" name=""/>
        <p:cNvGrpSpPr/>
        <p:nvPr/>
      </p:nvGrpSpPr>
      <p:grpSpPr>
        <a:xfrm>
          <a:off x="0" y="0"/>
          <a:ext cx="0" cy="0"/>
          <a:chOff x="0" y="0"/>
          <a:chExt cx="0" cy="0"/>
        </a:xfrm>
      </p:grpSpPr>
      <p:pic>
        <p:nvPicPr>
          <p:cNvPr id="2" name="Image 0" descr="/mnt/data/a_dark_high_tech_abstract_infographic_ui_style.png"/>
          <p:cNvPicPr>
            <a:picLocks noChangeAspect="1"/>
          </p:cNvPicPr>
          <p:nvPr/>
        </p:nvPicPr>
        <p:blipFill>
          <a:blip r:embed="rId4"/>
          <a:srcRect t="25" b="25"/>
          <a:stretch/>
        </p:blipFill>
        <p:spPr>
          <a:xfrm>
            <a:off x="0" y="0"/>
            <a:ext cx="12191695" cy="6858000"/>
          </a:xfrm>
          <a:prstGeom prst="rect">
            <a:avLst/>
          </a:prstGeom>
        </p:spPr>
      </p:pic>
      <p:sp>
        <p:nvSpPr>
          <p:cNvPr id="3" name="Text 0"/>
          <p:cNvSpPr/>
          <p:nvPr/>
        </p:nvSpPr>
        <p:spPr>
          <a:xfrm>
            <a:off x="4609836" y="1670830"/>
            <a:ext cx="4420651" cy="662782"/>
          </a:xfrm>
          <a:prstGeom prst="rect">
            <a:avLst/>
          </a:prstGeom>
          <a:noFill/>
          <a:ln/>
        </p:spPr>
        <p:txBody>
          <a:bodyPr wrap="square" lIns="0" tIns="0" rIns="0" bIns="0" rtlCol="0" anchor="ctr"/>
          <a:lstStyle/>
          <a:p>
            <a:pPr marL="0" indent="0" algn="r">
              <a:buNone/>
            </a:pPr>
            <a:r>
              <a:rPr lang="en-US" sz="4400" b="1" dirty="0">
                <a:solidFill>
                  <a:srgbClr val="F5F5F5"/>
                </a:solidFill>
                <a:latin typeface="Times New Roman" panose="02020603050405020304" pitchFamily="18" charset="0"/>
                <a:cs typeface="Times New Roman" panose="02020603050405020304" pitchFamily="18" charset="0"/>
              </a:rPr>
              <a:t>How it Works ???</a:t>
            </a:r>
            <a:endParaRPr lang="en-US" sz="4400" dirty="0">
              <a:latin typeface="Times New Roman" panose="02020603050405020304" pitchFamily="18" charset="0"/>
              <a:cs typeface="Times New Roman" panose="02020603050405020304" pitchFamily="18" charset="0"/>
            </a:endParaRPr>
          </a:p>
        </p:txBody>
      </p:sp>
      <p:sp>
        <p:nvSpPr>
          <p:cNvPr id="4" name="Shape 1"/>
          <p:cNvSpPr/>
          <p:nvPr/>
        </p:nvSpPr>
        <p:spPr>
          <a:xfrm flipV="1">
            <a:off x="4783257" y="2302082"/>
            <a:ext cx="4061197" cy="45719"/>
          </a:xfrm>
          <a:prstGeom prst="rect">
            <a:avLst/>
          </a:prstGeom>
          <a:solidFill>
            <a:srgbClr val="E63946"/>
          </a:solidFill>
          <a:ln w="12700">
            <a:solidFill>
              <a:srgbClr val="E63946"/>
            </a:solidFill>
            <a:prstDash val="solid"/>
          </a:ln>
        </p:spPr>
        <p:txBody>
          <a:bodyPr/>
          <a:lstStyle/>
          <a:p>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Basmah Graduation Project</a:t>
            </a:r>
            <a:endParaRPr lang="en-US" sz="750" dirty="0"/>
          </a:p>
        </p:txBody>
      </p:sp>
      <p:pic>
        <p:nvPicPr>
          <p:cNvPr id="9" name="Picture 8">
            <a:extLst>
              <a:ext uri="{FF2B5EF4-FFF2-40B4-BE49-F238E27FC236}">
                <a16:creationId xmlns:a16="http://schemas.microsoft.com/office/drawing/2014/main" id="{2D95414D-D775-9008-05BD-C6744F6C1EB0}"/>
              </a:ext>
            </a:extLst>
          </p:cNvPr>
          <p:cNvPicPr>
            <a:picLocks noChangeAspect="1"/>
          </p:cNvPicPr>
          <p:nvPr/>
        </p:nvPicPr>
        <p:blipFill>
          <a:blip r:embed="rId5"/>
          <a:stretch>
            <a:fillRect/>
          </a:stretch>
        </p:blipFill>
        <p:spPr>
          <a:xfrm>
            <a:off x="5856908" y="4320770"/>
            <a:ext cx="1913893" cy="2171470"/>
          </a:xfrm>
          <a:prstGeom prst="rect">
            <a:avLst/>
          </a:prstGeom>
        </p:spPr>
      </p:pic>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sp>
        <p:nvSpPr>
          <p:cNvPr id="5" name="Right Arrow 4">
            <a:hlinkClick r:id="rId6" action="ppaction://hlinksldjump"/>
            <a:extLst>
              <a:ext uri="{FF2B5EF4-FFF2-40B4-BE49-F238E27FC236}">
                <a16:creationId xmlns:a16="http://schemas.microsoft.com/office/drawing/2014/main" id="{606703C9-7D3E-F25F-B57D-A3ACABCF25C8}"/>
              </a:ext>
            </a:extLst>
          </p:cNvPr>
          <p:cNvSpPr/>
          <p:nvPr/>
        </p:nvSpPr>
        <p:spPr>
          <a:xfrm rot="10800000">
            <a:off x="241223" y="5947887"/>
            <a:ext cx="1338943" cy="40429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4="http://schemas.microsoft.com/office/powerpoint/2010/main" Requires="p14">
      <p:transition spd="slow" p14:dur="3000">
        <p:wheel spokes="1"/>
        <p:sndAc>
          <p:stSnd>
            <p:snd r:embed="rId3" name="voltage.wav"/>
          </p:stSnd>
        </p:sndAc>
      </p:transition>
    </mc:Choice>
    <mc:Fallback>
      <p:transition spd="slow">
        <p:wheel spokes="1"/>
        <p:sndAc>
          <p:stSnd>
            <p:snd r:embed="rId3" name="voltage.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E0E"/>
        </a:solidFill>
        <a:effectLst/>
      </p:bgPr>
    </p:bg>
    <p:spTree>
      <p:nvGrpSpPr>
        <p:cNvPr id="1" name=""/>
        <p:cNvGrpSpPr/>
        <p:nvPr/>
      </p:nvGrpSpPr>
      <p:grpSpPr>
        <a:xfrm>
          <a:off x="0" y="0"/>
          <a:ext cx="0" cy="0"/>
          <a:chOff x="0" y="0"/>
          <a:chExt cx="0" cy="0"/>
        </a:xfrm>
      </p:grpSpPr>
      <p:sp>
        <p:nvSpPr>
          <p:cNvPr id="3" name="Text 0"/>
          <p:cNvSpPr/>
          <p:nvPr/>
        </p:nvSpPr>
        <p:spPr>
          <a:xfrm>
            <a:off x="173422" y="457200"/>
            <a:ext cx="3337560" cy="512064"/>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System Workflow</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flipV="1">
            <a:off x="447087" y="965559"/>
            <a:ext cx="3063894"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13</a:t>
            </a:r>
            <a:endParaRPr lang="en-US" sz="1000" dirty="0"/>
          </a:p>
        </p:txBody>
      </p:sp>
      <p:graphicFrame>
        <p:nvGraphicFramePr>
          <p:cNvPr id="14" name="Diagram 13">
            <a:extLst>
              <a:ext uri="{FF2B5EF4-FFF2-40B4-BE49-F238E27FC236}">
                <a16:creationId xmlns:a16="http://schemas.microsoft.com/office/drawing/2014/main" id="{3A4D8550-38F0-1F98-B7D3-5C9056621788}"/>
              </a:ext>
            </a:extLst>
          </p:cNvPr>
          <p:cNvGraphicFramePr/>
          <p:nvPr>
            <p:extLst>
              <p:ext uri="{D42A27DB-BD31-4B8C-83A1-F6EECF244321}">
                <p14:modId xmlns:p14="http://schemas.microsoft.com/office/powerpoint/2010/main" val="1698925615"/>
              </p:ext>
            </p:extLst>
          </p:nvPr>
        </p:nvGraphicFramePr>
        <p:xfrm>
          <a:off x="2214180" y="697466"/>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6" name="Picture 15">
            <a:extLst>
              <a:ext uri="{FF2B5EF4-FFF2-40B4-BE49-F238E27FC236}">
                <a16:creationId xmlns:a16="http://schemas.microsoft.com/office/drawing/2014/main" id="{607D4157-16AC-3444-0F93-800ED449CBDB}"/>
              </a:ext>
            </a:extLst>
          </p:cNvPr>
          <p:cNvPicPr>
            <a:picLocks noChangeAspect="1"/>
          </p:cNvPicPr>
          <p:nvPr/>
        </p:nvPicPr>
        <p:blipFill>
          <a:blip r:embed="rId9"/>
          <a:stretch>
            <a:fillRect/>
          </a:stretch>
        </p:blipFill>
        <p:spPr>
          <a:xfrm>
            <a:off x="216973" y="3754245"/>
            <a:ext cx="2227322" cy="252708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sndAc>
          <p:stSnd>
            <p:snd r:embed="rId3" name="drumroll.wav"/>
          </p:stSnd>
        </p:sndAc>
      </p:transition>
    </mc:Choice>
    <mc:Fallback>
      <p:transition spd="slow">
        <p:fade/>
        <p:sndAc>
          <p:stSnd>
            <p:snd r:embed="rId3" name="drumroll.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35"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2000"/>
                                        <p:tgtEl>
                                          <p:spTgt spid="14"/>
                                        </p:tgtEl>
                                      </p:cBhvr>
                                    </p:animEffect>
                                    <p:anim calcmode="lin" valueType="num">
                                      <p:cBhvr>
                                        <p:cTn id="19" dur="2000" fill="hold"/>
                                        <p:tgtEl>
                                          <p:spTgt spid="14"/>
                                        </p:tgtEl>
                                        <p:attrNameLst>
                                          <p:attrName>style.rotation</p:attrName>
                                        </p:attrNameLst>
                                      </p:cBhvr>
                                      <p:tavLst>
                                        <p:tav tm="0">
                                          <p:val>
                                            <p:fltVal val="720"/>
                                          </p:val>
                                        </p:tav>
                                        <p:tav tm="100000">
                                          <p:val>
                                            <p:fltVal val="0"/>
                                          </p:val>
                                        </p:tav>
                                      </p:tavLst>
                                    </p:anim>
                                    <p:anim calcmode="lin" valueType="num">
                                      <p:cBhvr>
                                        <p:cTn id="20" dur="2000" fill="hold"/>
                                        <p:tgtEl>
                                          <p:spTgt spid="14"/>
                                        </p:tgtEl>
                                        <p:attrNameLst>
                                          <p:attrName>ppt_h</p:attrName>
                                        </p:attrNameLst>
                                      </p:cBhvr>
                                      <p:tavLst>
                                        <p:tav tm="0">
                                          <p:val>
                                            <p:fltVal val="0"/>
                                          </p:val>
                                        </p:tav>
                                        <p:tav tm="100000">
                                          <p:val>
                                            <p:strVal val="#ppt_h"/>
                                          </p:val>
                                        </p:tav>
                                      </p:tavLst>
                                    </p:anim>
                                    <p:anim calcmode="lin" valueType="num">
                                      <p:cBhvr>
                                        <p:cTn id="21" dur="2000" fill="hold"/>
                                        <p:tgtEl>
                                          <p:spTgt spid="1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14"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685800" y="520758"/>
            <a:ext cx="2836889" cy="45307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User Workflow</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809469" y="963943"/>
            <a:ext cx="2713220"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14</a:t>
            </a:r>
            <a:endParaRPr lang="en-US" sz="1000" dirty="0"/>
          </a:p>
        </p:txBody>
      </p:sp>
      <p:pic>
        <p:nvPicPr>
          <p:cNvPr id="16" name="Picture 15">
            <a:extLst>
              <a:ext uri="{FF2B5EF4-FFF2-40B4-BE49-F238E27FC236}">
                <a16:creationId xmlns:a16="http://schemas.microsoft.com/office/drawing/2014/main" id="{6B204927-6E7A-18A6-4153-5D9B69888D5F}"/>
              </a:ext>
            </a:extLst>
          </p:cNvPr>
          <p:cNvPicPr>
            <a:picLocks noChangeAspect="1"/>
          </p:cNvPicPr>
          <p:nvPr/>
        </p:nvPicPr>
        <p:blipFill>
          <a:blip r:embed="rId4"/>
          <a:stretch>
            <a:fillRect/>
          </a:stretch>
        </p:blipFill>
        <p:spPr>
          <a:xfrm>
            <a:off x="316688" y="3758736"/>
            <a:ext cx="2145498" cy="2434245"/>
          </a:xfrm>
          <a:prstGeom prst="rect">
            <a:avLst/>
          </a:prstGeom>
        </p:spPr>
      </p:pic>
      <p:graphicFrame>
        <p:nvGraphicFramePr>
          <p:cNvPr id="14" name="Diagram 13">
            <a:extLst>
              <a:ext uri="{FF2B5EF4-FFF2-40B4-BE49-F238E27FC236}">
                <a16:creationId xmlns:a16="http://schemas.microsoft.com/office/drawing/2014/main" id="{9249A358-47A3-D8C7-9C2C-91DB209CED04}"/>
              </a:ext>
            </a:extLst>
          </p:cNvPr>
          <p:cNvGraphicFramePr/>
          <p:nvPr>
            <p:extLst>
              <p:ext uri="{D42A27DB-BD31-4B8C-83A1-F6EECF244321}">
                <p14:modId xmlns:p14="http://schemas.microsoft.com/office/powerpoint/2010/main" val="644653166"/>
              </p:ext>
            </p:extLst>
          </p:nvPr>
        </p:nvGraphicFramePr>
        <p:xfrm>
          <a:off x="1595619" y="520758"/>
          <a:ext cx="9000761" cy="589615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mc:AlternateContent xmlns:mc="http://schemas.openxmlformats.org/markup-compatibility/2006">
    <mc:Choice xmlns:p14="http://schemas.microsoft.com/office/powerpoint/2010/main" Requires="p14">
      <p:transition spd="slow" p14:dur="3000">
        <p14:switch dir="l"/>
        <p:sndAc>
          <p:stSnd>
            <p:snd r:embed="rId3" name="drumroll.wav"/>
          </p:stSnd>
        </p:sndAc>
      </p:transition>
    </mc:Choice>
    <mc:Fallback>
      <p:transition spd="slow">
        <p:fade/>
        <p:sndAc>
          <p:stSnd>
            <p:snd r:embed="rId3" name="drumroll.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35"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2000"/>
                                        <p:tgtEl>
                                          <p:spTgt spid="14"/>
                                        </p:tgtEl>
                                      </p:cBhvr>
                                    </p:animEffect>
                                    <p:anim calcmode="lin" valueType="num">
                                      <p:cBhvr>
                                        <p:cTn id="19" dur="2000" fill="hold"/>
                                        <p:tgtEl>
                                          <p:spTgt spid="14"/>
                                        </p:tgtEl>
                                        <p:attrNameLst>
                                          <p:attrName>style.rotation</p:attrName>
                                        </p:attrNameLst>
                                      </p:cBhvr>
                                      <p:tavLst>
                                        <p:tav tm="0">
                                          <p:val>
                                            <p:fltVal val="720"/>
                                          </p:val>
                                        </p:tav>
                                        <p:tav tm="100000">
                                          <p:val>
                                            <p:fltVal val="0"/>
                                          </p:val>
                                        </p:tav>
                                      </p:tavLst>
                                    </p:anim>
                                    <p:anim calcmode="lin" valueType="num">
                                      <p:cBhvr>
                                        <p:cTn id="20" dur="2000" fill="hold"/>
                                        <p:tgtEl>
                                          <p:spTgt spid="14"/>
                                        </p:tgtEl>
                                        <p:attrNameLst>
                                          <p:attrName>ppt_h</p:attrName>
                                        </p:attrNameLst>
                                      </p:cBhvr>
                                      <p:tavLst>
                                        <p:tav tm="0">
                                          <p:val>
                                            <p:fltVal val="0"/>
                                          </p:val>
                                        </p:tav>
                                        <p:tav tm="100000">
                                          <p:val>
                                            <p:strVal val="#ppt_h"/>
                                          </p:val>
                                        </p:tav>
                                      </p:tavLst>
                                    </p:anim>
                                    <p:anim calcmode="lin" valueType="num">
                                      <p:cBhvr>
                                        <p:cTn id="21" dur="2000" fill="hold"/>
                                        <p:tgtEl>
                                          <p:spTgt spid="1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14"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614361" y="605228"/>
            <a:ext cx="3080385" cy="25603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Admin Workflow</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714373" y="994410"/>
            <a:ext cx="2857502" cy="45719"/>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15</a:t>
            </a:r>
            <a:endParaRPr lang="en-US" sz="1000" dirty="0"/>
          </a:p>
        </p:txBody>
      </p:sp>
      <p:pic>
        <p:nvPicPr>
          <p:cNvPr id="16" name="Picture 15">
            <a:extLst>
              <a:ext uri="{FF2B5EF4-FFF2-40B4-BE49-F238E27FC236}">
                <a16:creationId xmlns:a16="http://schemas.microsoft.com/office/drawing/2014/main" id="{FC8E2D39-BA82-A354-DBB7-953B311BEF5B}"/>
              </a:ext>
            </a:extLst>
          </p:cNvPr>
          <p:cNvPicPr>
            <a:picLocks noChangeAspect="1"/>
          </p:cNvPicPr>
          <p:nvPr/>
        </p:nvPicPr>
        <p:blipFill>
          <a:blip r:embed="rId4"/>
          <a:stretch>
            <a:fillRect/>
          </a:stretch>
        </p:blipFill>
        <p:spPr>
          <a:xfrm>
            <a:off x="290534" y="4081302"/>
            <a:ext cx="1913893" cy="2171470"/>
          </a:xfrm>
          <a:prstGeom prst="rect">
            <a:avLst/>
          </a:prstGeom>
        </p:spPr>
      </p:pic>
      <p:graphicFrame>
        <p:nvGraphicFramePr>
          <p:cNvPr id="14" name="Diagram 13">
            <a:extLst>
              <a:ext uri="{FF2B5EF4-FFF2-40B4-BE49-F238E27FC236}">
                <a16:creationId xmlns:a16="http://schemas.microsoft.com/office/drawing/2014/main" id="{12749493-392A-D730-7E06-B40A28369C7D}"/>
              </a:ext>
            </a:extLst>
          </p:cNvPr>
          <p:cNvGraphicFramePr/>
          <p:nvPr>
            <p:extLst>
              <p:ext uri="{D42A27DB-BD31-4B8C-83A1-F6EECF244321}">
                <p14:modId xmlns:p14="http://schemas.microsoft.com/office/powerpoint/2010/main" val="1720122169"/>
              </p:ext>
            </p:extLst>
          </p:nvPr>
        </p:nvGraphicFramePr>
        <p:xfrm>
          <a:off x="1880599" y="468068"/>
          <a:ext cx="9000761" cy="589615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mc:AlternateContent xmlns:mc="http://schemas.openxmlformats.org/markup-compatibility/2006">
    <mc:Choice xmlns:p14="http://schemas.microsoft.com/office/powerpoint/2010/main" Requires="p14">
      <p:transition spd="slow" p14:dur="3000">
        <p14:switch dir="l"/>
        <p:sndAc>
          <p:stSnd>
            <p:snd r:embed="rId3" name="drumroll.wav"/>
          </p:stSnd>
        </p:sndAc>
      </p:transition>
    </mc:Choice>
    <mc:Fallback>
      <p:transition spd="slow">
        <p:fade/>
        <p:sndAc>
          <p:stSnd>
            <p:snd r:embed="rId3" name="drumroll.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35"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2000"/>
                                        <p:tgtEl>
                                          <p:spTgt spid="14"/>
                                        </p:tgtEl>
                                      </p:cBhvr>
                                    </p:animEffect>
                                    <p:anim calcmode="lin" valueType="num">
                                      <p:cBhvr>
                                        <p:cTn id="19" dur="2000" fill="hold"/>
                                        <p:tgtEl>
                                          <p:spTgt spid="14"/>
                                        </p:tgtEl>
                                        <p:attrNameLst>
                                          <p:attrName>style.rotation</p:attrName>
                                        </p:attrNameLst>
                                      </p:cBhvr>
                                      <p:tavLst>
                                        <p:tav tm="0">
                                          <p:val>
                                            <p:fltVal val="720"/>
                                          </p:val>
                                        </p:tav>
                                        <p:tav tm="100000">
                                          <p:val>
                                            <p:fltVal val="0"/>
                                          </p:val>
                                        </p:tav>
                                      </p:tavLst>
                                    </p:anim>
                                    <p:anim calcmode="lin" valueType="num">
                                      <p:cBhvr>
                                        <p:cTn id="20" dur="2000" fill="hold"/>
                                        <p:tgtEl>
                                          <p:spTgt spid="14"/>
                                        </p:tgtEl>
                                        <p:attrNameLst>
                                          <p:attrName>ppt_h</p:attrName>
                                        </p:attrNameLst>
                                      </p:cBhvr>
                                      <p:tavLst>
                                        <p:tav tm="0">
                                          <p:val>
                                            <p:fltVal val="0"/>
                                          </p:val>
                                        </p:tav>
                                        <p:tav tm="100000">
                                          <p:val>
                                            <p:strVal val="#ppt_h"/>
                                          </p:val>
                                        </p:tav>
                                      </p:tavLst>
                                    </p:anim>
                                    <p:anim calcmode="lin" valueType="num">
                                      <p:cBhvr>
                                        <p:cTn id="21" dur="2000" fill="hold"/>
                                        <p:tgtEl>
                                          <p:spTgt spid="1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14"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0E0E"/>
        </a:solidFill>
        <a:effectLst/>
      </p:bgPr>
    </p:bg>
    <p:spTree>
      <p:nvGrpSpPr>
        <p:cNvPr id="1" name=""/>
        <p:cNvGrpSpPr/>
        <p:nvPr/>
      </p:nvGrpSpPr>
      <p:grpSpPr>
        <a:xfrm>
          <a:off x="0" y="0"/>
          <a:ext cx="0" cy="0"/>
          <a:chOff x="0" y="0"/>
          <a:chExt cx="0" cy="0"/>
        </a:xfrm>
      </p:grpSpPr>
      <p:sp>
        <p:nvSpPr>
          <p:cNvPr id="3" name="Text 0"/>
          <p:cNvSpPr/>
          <p:nvPr/>
        </p:nvSpPr>
        <p:spPr>
          <a:xfrm>
            <a:off x="646221" y="429768"/>
            <a:ext cx="3651459" cy="43891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System Architecture</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a:off x="855032" y="1000858"/>
            <a:ext cx="3442648" cy="50701"/>
          </a:xfrm>
          <a:prstGeom prst="rect">
            <a:avLst/>
          </a:prstGeom>
          <a:solidFill>
            <a:srgbClr val="E63946"/>
          </a:solidFill>
          <a:ln w="12700">
            <a:solidFill>
              <a:srgbClr val="E63946"/>
            </a:solidFill>
            <a:prstDash val="solid"/>
          </a:ln>
        </p:spPr>
        <p:txBody>
          <a:bodyPr/>
          <a:lstStyle/>
          <a:p>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16</a:t>
            </a:r>
            <a:endParaRPr lang="en-US" sz="1000" dirty="0"/>
          </a:p>
        </p:txBody>
      </p:sp>
      <p:pic>
        <p:nvPicPr>
          <p:cNvPr id="19" name="Picture 18">
            <a:extLst>
              <a:ext uri="{FF2B5EF4-FFF2-40B4-BE49-F238E27FC236}">
                <a16:creationId xmlns:a16="http://schemas.microsoft.com/office/drawing/2014/main" id="{D9207D18-2BCD-CA35-0A0F-0C5208C091C5}"/>
              </a:ext>
            </a:extLst>
          </p:cNvPr>
          <p:cNvPicPr>
            <a:picLocks noChangeAspect="1"/>
          </p:cNvPicPr>
          <p:nvPr/>
        </p:nvPicPr>
        <p:blipFill>
          <a:blip r:embed="rId4"/>
          <a:stretch>
            <a:fillRect/>
          </a:stretch>
        </p:blipFill>
        <p:spPr>
          <a:xfrm>
            <a:off x="0" y="3378298"/>
            <a:ext cx="2557502" cy="2901697"/>
          </a:xfrm>
          <a:prstGeom prst="rect">
            <a:avLst/>
          </a:prstGeom>
        </p:spPr>
      </p:pic>
      <p:graphicFrame>
        <p:nvGraphicFramePr>
          <p:cNvPr id="16" name="Diagram 15">
            <a:extLst>
              <a:ext uri="{FF2B5EF4-FFF2-40B4-BE49-F238E27FC236}">
                <a16:creationId xmlns:a16="http://schemas.microsoft.com/office/drawing/2014/main" id="{109AA2BD-2328-2D96-E65E-9CDC9577F696}"/>
              </a:ext>
            </a:extLst>
          </p:cNvPr>
          <p:cNvGraphicFramePr/>
          <p:nvPr>
            <p:extLst>
              <p:ext uri="{D42A27DB-BD31-4B8C-83A1-F6EECF244321}">
                <p14:modId xmlns:p14="http://schemas.microsoft.com/office/powerpoint/2010/main" val="2247023635"/>
              </p:ext>
            </p:extLst>
          </p:nvPr>
        </p:nvGraphicFramePr>
        <p:xfrm>
          <a:off x="1813636" y="804670"/>
          <a:ext cx="9169400" cy="562356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000">
        <p15:prstTrans prst="fallOver" invX="1"/>
        <p:sndAc>
          <p:stSnd>
            <p:snd r:embed="rId3" name="type.wav"/>
          </p:stSnd>
        </p:sndAc>
      </p:transition>
    </mc:Choice>
    <mc:Fallback>
      <p:transition spd="slow">
        <p:fade/>
        <p:sndAc>
          <p:stSnd>
            <p:snd r:embed="rId3"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6" presetClass="entr" presetSubtype="0" fill="hold" grpId="1"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80">
                                          <p:stCondLst>
                                            <p:cond delay="0"/>
                                          </p:stCondLst>
                                        </p:cTn>
                                        <p:tgtEl>
                                          <p:spTgt spid="16"/>
                                        </p:tgtEl>
                                      </p:cBhvr>
                                    </p:animEffect>
                                    <p:anim calcmode="lin" valueType="num">
                                      <p:cBhvr>
                                        <p:cTn id="19"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24" dur="26">
                                          <p:stCondLst>
                                            <p:cond delay="650"/>
                                          </p:stCondLst>
                                        </p:cTn>
                                        <p:tgtEl>
                                          <p:spTgt spid="16"/>
                                        </p:tgtEl>
                                      </p:cBhvr>
                                      <p:to x="100000" y="60000"/>
                                    </p:animScale>
                                    <p:animScale>
                                      <p:cBhvr>
                                        <p:cTn id="25" dur="166" decel="50000">
                                          <p:stCondLst>
                                            <p:cond delay="676"/>
                                          </p:stCondLst>
                                        </p:cTn>
                                        <p:tgtEl>
                                          <p:spTgt spid="16"/>
                                        </p:tgtEl>
                                      </p:cBhvr>
                                      <p:to x="100000" y="100000"/>
                                    </p:animScale>
                                    <p:animScale>
                                      <p:cBhvr>
                                        <p:cTn id="26" dur="26">
                                          <p:stCondLst>
                                            <p:cond delay="1312"/>
                                          </p:stCondLst>
                                        </p:cTn>
                                        <p:tgtEl>
                                          <p:spTgt spid="16"/>
                                        </p:tgtEl>
                                      </p:cBhvr>
                                      <p:to x="100000" y="80000"/>
                                    </p:animScale>
                                    <p:animScale>
                                      <p:cBhvr>
                                        <p:cTn id="27" dur="166" decel="50000">
                                          <p:stCondLst>
                                            <p:cond delay="1338"/>
                                          </p:stCondLst>
                                        </p:cTn>
                                        <p:tgtEl>
                                          <p:spTgt spid="16"/>
                                        </p:tgtEl>
                                      </p:cBhvr>
                                      <p:to x="100000" y="100000"/>
                                    </p:animScale>
                                    <p:animScale>
                                      <p:cBhvr>
                                        <p:cTn id="28" dur="26">
                                          <p:stCondLst>
                                            <p:cond delay="1642"/>
                                          </p:stCondLst>
                                        </p:cTn>
                                        <p:tgtEl>
                                          <p:spTgt spid="16"/>
                                        </p:tgtEl>
                                      </p:cBhvr>
                                      <p:to x="100000" y="90000"/>
                                    </p:animScale>
                                    <p:animScale>
                                      <p:cBhvr>
                                        <p:cTn id="29" dur="166" decel="50000">
                                          <p:stCondLst>
                                            <p:cond delay="1668"/>
                                          </p:stCondLst>
                                        </p:cTn>
                                        <p:tgtEl>
                                          <p:spTgt spid="16"/>
                                        </p:tgtEl>
                                      </p:cBhvr>
                                      <p:to x="100000" y="100000"/>
                                    </p:animScale>
                                    <p:animScale>
                                      <p:cBhvr>
                                        <p:cTn id="30" dur="26">
                                          <p:stCondLst>
                                            <p:cond delay="1808"/>
                                          </p:stCondLst>
                                        </p:cTn>
                                        <p:tgtEl>
                                          <p:spTgt spid="16"/>
                                        </p:tgtEl>
                                      </p:cBhvr>
                                      <p:to x="100000" y="95000"/>
                                    </p:animScale>
                                    <p:animScale>
                                      <p:cBhvr>
                                        <p:cTn id="31"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16" grpId="1">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823642" y="441198"/>
            <a:ext cx="3016155" cy="55321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Database Design</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960119" y="962677"/>
            <a:ext cx="2879677" cy="59163"/>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17</a:t>
            </a:r>
            <a:endParaRPr lang="en-US" sz="1000" dirty="0"/>
          </a:p>
        </p:txBody>
      </p:sp>
      <p:pic>
        <p:nvPicPr>
          <p:cNvPr id="33" name="Picture 32">
            <a:extLst>
              <a:ext uri="{FF2B5EF4-FFF2-40B4-BE49-F238E27FC236}">
                <a16:creationId xmlns:a16="http://schemas.microsoft.com/office/drawing/2014/main" id="{77FB3E70-E50F-1B4F-8021-1E8A690FF214}"/>
              </a:ext>
            </a:extLst>
          </p:cNvPr>
          <p:cNvPicPr>
            <a:picLocks noChangeAspect="1"/>
          </p:cNvPicPr>
          <p:nvPr/>
        </p:nvPicPr>
        <p:blipFill>
          <a:blip r:embed="rId4"/>
          <a:stretch>
            <a:fillRect/>
          </a:stretch>
        </p:blipFill>
        <p:spPr>
          <a:xfrm>
            <a:off x="106710" y="3572533"/>
            <a:ext cx="2417806" cy="2743200"/>
          </a:xfrm>
          <a:prstGeom prst="rect">
            <a:avLst/>
          </a:prstGeom>
        </p:spPr>
      </p:pic>
      <p:graphicFrame>
        <p:nvGraphicFramePr>
          <p:cNvPr id="28" name="Table 27">
            <a:extLst>
              <a:ext uri="{FF2B5EF4-FFF2-40B4-BE49-F238E27FC236}">
                <a16:creationId xmlns:a16="http://schemas.microsoft.com/office/drawing/2014/main" id="{3EF3FF67-C5C2-EEFE-54FA-6DF2B6CFE938}"/>
              </a:ext>
            </a:extLst>
          </p:cNvPr>
          <p:cNvGraphicFramePr>
            <a:graphicFrameLocks noGrp="1"/>
          </p:cNvGraphicFramePr>
          <p:nvPr>
            <p:extLst>
              <p:ext uri="{D42A27DB-BD31-4B8C-83A1-F6EECF244321}">
                <p14:modId xmlns:p14="http://schemas.microsoft.com/office/powerpoint/2010/main" val="3987692942"/>
              </p:ext>
            </p:extLst>
          </p:nvPr>
        </p:nvGraphicFramePr>
        <p:xfrm>
          <a:off x="2748387" y="1103400"/>
          <a:ext cx="8128000" cy="5343120"/>
        </p:xfrm>
        <a:graphic>
          <a:graphicData uri="http://schemas.openxmlformats.org/drawingml/2006/table">
            <a:tbl>
              <a:tblPr firstRow="1" bandRow="1">
                <a:tableStyleId>{5C22544A-7EE6-4342-B048-85BDC9FD1C3A}</a:tableStyleId>
              </a:tblPr>
              <a:tblGrid>
                <a:gridCol w="3556879">
                  <a:extLst>
                    <a:ext uri="{9D8B030D-6E8A-4147-A177-3AD203B41FA5}">
                      <a16:colId xmlns:a16="http://schemas.microsoft.com/office/drawing/2014/main" val="2994868887"/>
                    </a:ext>
                  </a:extLst>
                </a:gridCol>
                <a:gridCol w="4571121">
                  <a:extLst>
                    <a:ext uri="{9D8B030D-6E8A-4147-A177-3AD203B41FA5}">
                      <a16:colId xmlns:a16="http://schemas.microsoft.com/office/drawing/2014/main" val="1757948770"/>
                    </a:ext>
                  </a:extLst>
                </a:gridCol>
              </a:tblGrid>
              <a:tr h="540000">
                <a:tc>
                  <a:txBody>
                    <a:bodyPr/>
                    <a:lstStyle/>
                    <a:p>
                      <a:pPr algn="ctr"/>
                      <a:r>
                        <a:rPr lang="en-PS" sz="2800" dirty="0">
                          <a:latin typeface="Times New Roman" panose="02020603050405020304" pitchFamily="18" charset="0"/>
                          <a:cs typeface="Times New Roman" panose="02020603050405020304" pitchFamily="18" charset="0"/>
                        </a:rPr>
                        <a:t>Table</a:t>
                      </a:r>
                    </a:p>
                  </a:txBody>
                  <a:tcPr anchor="b">
                    <a:solidFill>
                      <a:srgbClr val="B42632"/>
                    </a:solidFill>
                  </a:tcPr>
                </a:tc>
                <a:tc>
                  <a:txBody>
                    <a:bodyPr/>
                    <a:lstStyle/>
                    <a:p>
                      <a:pPr algn="ctr"/>
                      <a:r>
                        <a:rPr lang="en-US" sz="2800" b="1" dirty="0">
                          <a:solidFill>
                            <a:srgbClr val="F5F5F5"/>
                          </a:solidFill>
                          <a:latin typeface="Times New Roman" panose="02020603050405020304" pitchFamily="18" charset="0"/>
                          <a:cs typeface="Times New Roman" panose="02020603050405020304" pitchFamily="18" charset="0"/>
                        </a:rPr>
                        <a:t>Purpose</a:t>
                      </a:r>
                      <a:endParaRPr lang="en-PS" sz="2800" dirty="0">
                        <a:latin typeface="Times New Roman" panose="02020603050405020304" pitchFamily="18" charset="0"/>
                        <a:cs typeface="Times New Roman" panose="02020603050405020304" pitchFamily="18" charset="0"/>
                      </a:endParaRPr>
                    </a:p>
                  </a:txBody>
                  <a:tcPr anchor="ctr">
                    <a:solidFill>
                      <a:srgbClr val="B42632"/>
                    </a:solidFill>
                  </a:tcPr>
                </a:tc>
                <a:extLst>
                  <a:ext uri="{0D108BD9-81ED-4DB2-BD59-A6C34878D82A}">
                    <a16:rowId xmlns:a16="http://schemas.microsoft.com/office/drawing/2014/main" val="1541612267"/>
                  </a:ext>
                </a:extLst>
              </a:tr>
              <a:tr h="54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5F5F5"/>
                          </a:solidFill>
                          <a:latin typeface="Times New Roman" panose="02020603050405020304" pitchFamily="18" charset="0"/>
                          <a:cs typeface="Times New Roman" panose="02020603050405020304" pitchFamily="18" charset="0"/>
                        </a:rPr>
                        <a:t>Stories</a:t>
                      </a:r>
                      <a:endParaRPr lang="en-US" sz="2000" b="1" dirty="0">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S" sz="2000" dirty="0">
                          <a:solidFill>
                            <a:schemeClr val="bg1"/>
                          </a:solidFill>
                          <a:latin typeface="Times New Roman" panose="02020603050405020304" pitchFamily="18" charset="0"/>
                          <a:cs typeface="Times New Roman" panose="02020603050405020304" pitchFamily="18" charset="0"/>
                        </a:rPr>
                        <a:t>Stores the general story without images and no heros name. </a:t>
                      </a:r>
                      <a:endParaRPr lang="en-US" sz="2000"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extLst>
                  <a:ext uri="{0D108BD9-81ED-4DB2-BD59-A6C34878D82A}">
                    <a16:rowId xmlns:a16="http://schemas.microsoft.com/office/drawing/2014/main" val="1927235974"/>
                  </a:ext>
                </a:extLst>
              </a:tr>
              <a:tr h="54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5F5F5"/>
                          </a:solidFill>
                          <a:latin typeface="Times New Roman" panose="02020603050405020304" pitchFamily="18" charset="0"/>
                          <a:cs typeface="Times New Roman" panose="02020603050405020304" pitchFamily="18" charset="0"/>
                        </a:rPr>
                        <a:t>Story</a:t>
                      </a:r>
                      <a:endParaRPr lang="en-US" sz="2000" b="1" dirty="0">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S" sz="2000" dirty="0">
                          <a:solidFill>
                            <a:schemeClr val="bg1"/>
                          </a:solidFill>
                          <a:latin typeface="Times New Roman" panose="02020603050405020304" pitchFamily="18" charset="0"/>
                          <a:cs typeface="Times New Roman" panose="02020603050405020304" pitchFamily="18" charset="0"/>
                        </a:rPr>
                        <a:t>Stores the stoies of the heros of the general story. </a:t>
                      </a:r>
                      <a:endParaRPr lang="en-US" sz="2000"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extLst>
                  <a:ext uri="{0D108BD9-81ED-4DB2-BD59-A6C34878D82A}">
                    <a16:rowId xmlns:a16="http://schemas.microsoft.com/office/drawing/2014/main" val="399475834"/>
                  </a:ext>
                </a:extLst>
              </a:tr>
              <a:tr h="540000">
                <a:tc>
                  <a:txBody>
                    <a:bodyPr/>
                    <a:lstStyle/>
                    <a:p>
                      <a:pPr algn="ctr"/>
                      <a:r>
                        <a:rPr lang="en-US" sz="2000" b="1" dirty="0">
                          <a:solidFill>
                            <a:srgbClr val="F5F5F5"/>
                          </a:solidFill>
                          <a:latin typeface="Times New Roman" panose="02020603050405020304" pitchFamily="18" charset="0"/>
                          <a:cs typeface="Times New Roman" panose="02020603050405020304" pitchFamily="18" charset="0"/>
                        </a:rPr>
                        <a:t>Videos</a:t>
                      </a:r>
                      <a:endParaRPr lang="en-PS" sz="2000" b="1" dirty="0">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pPr algn="l"/>
                      <a:r>
                        <a:rPr lang="en-PS" sz="2000" dirty="0">
                          <a:solidFill>
                            <a:schemeClr val="bg1"/>
                          </a:solidFill>
                          <a:latin typeface="Times New Roman" panose="02020603050405020304" pitchFamily="18" charset="0"/>
                          <a:cs typeface="Times New Roman" panose="02020603050405020304" pitchFamily="18" charset="0"/>
                        </a:rPr>
                        <a:t>Stores video and all elements of it. </a:t>
                      </a:r>
                      <a:endParaRPr lang="en-US" sz="2000" dirty="0">
                        <a:solidFill>
                          <a:schemeClr val="bg1"/>
                        </a:solidFill>
                        <a:latin typeface="Times New Roman" panose="02020603050405020304" pitchFamily="18" charset="0"/>
                        <a:cs typeface="Times New Roman" panose="02020603050405020304" pitchFamily="18" charset="0"/>
                      </a:endParaRPr>
                    </a:p>
                  </a:txBody>
                  <a:tcPr>
                    <a:solidFill>
                      <a:schemeClr val="tx1"/>
                    </a:solidFill>
                  </a:tcPr>
                </a:tc>
                <a:extLst>
                  <a:ext uri="{0D108BD9-81ED-4DB2-BD59-A6C34878D82A}">
                    <a16:rowId xmlns:a16="http://schemas.microsoft.com/office/drawing/2014/main" val="843878072"/>
                  </a:ext>
                </a:extLst>
              </a:tr>
              <a:tr h="540000">
                <a:tc>
                  <a:txBody>
                    <a:bodyPr/>
                    <a:lstStyle/>
                    <a:p>
                      <a:pPr algn="ctr"/>
                      <a:r>
                        <a:rPr lang="en-US" sz="2000" b="1" dirty="0">
                          <a:solidFill>
                            <a:srgbClr val="F5F5F5"/>
                          </a:solidFill>
                          <a:latin typeface="Times New Roman" panose="02020603050405020304" pitchFamily="18" charset="0"/>
                          <a:cs typeface="Times New Roman" panose="02020603050405020304" pitchFamily="18" charset="0"/>
                        </a:rPr>
                        <a:t>Photos</a:t>
                      </a:r>
                      <a:endParaRPr lang="en-PS" sz="2000" b="1" dirty="0">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S" sz="2000" dirty="0">
                          <a:solidFill>
                            <a:schemeClr val="bg1"/>
                          </a:solidFill>
                          <a:latin typeface="Times New Roman" panose="02020603050405020304" pitchFamily="18" charset="0"/>
                          <a:cs typeface="Times New Roman" panose="02020603050405020304" pitchFamily="18" charset="0"/>
                        </a:rPr>
                        <a:t>Stores the photos and all elemets of it. </a:t>
                      </a:r>
                      <a:endParaRPr lang="en-US" sz="2000"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extLst>
                  <a:ext uri="{0D108BD9-81ED-4DB2-BD59-A6C34878D82A}">
                    <a16:rowId xmlns:a16="http://schemas.microsoft.com/office/drawing/2014/main" val="2633016328"/>
                  </a:ext>
                </a:extLst>
              </a:tr>
              <a:tr h="540000">
                <a:tc>
                  <a:txBody>
                    <a:bodyPr/>
                    <a:lstStyle/>
                    <a:p>
                      <a:pPr algn="ctr"/>
                      <a:r>
                        <a:rPr lang="en-US" sz="2000" b="1" dirty="0">
                          <a:solidFill>
                            <a:srgbClr val="F5F5F5"/>
                          </a:solidFill>
                          <a:latin typeface="Times New Roman" panose="02020603050405020304" pitchFamily="18" charset="0"/>
                          <a:cs typeface="Times New Roman" panose="02020603050405020304" pitchFamily="18" charset="0"/>
                        </a:rPr>
                        <a:t>submissions</a:t>
                      </a:r>
                      <a:endParaRPr lang="en-PS" sz="2000" b="1" dirty="0">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S" sz="2000" dirty="0">
                          <a:solidFill>
                            <a:schemeClr val="bg1"/>
                          </a:solidFill>
                          <a:latin typeface="Times New Roman" panose="02020603050405020304" pitchFamily="18" charset="0"/>
                          <a:cs typeface="Times New Roman" panose="02020603050405020304" pitchFamily="18" charset="0"/>
                        </a:rPr>
                        <a:t>Stores the submissions from the user. </a:t>
                      </a:r>
                      <a:endParaRPr lang="en-US" sz="2000"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extLst>
                  <a:ext uri="{0D108BD9-81ED-4DB2-BD59-A6C34878D82A}">
                    <a16:rowId xmlns:a16="http://schemas.microsoft.com/office/drawing/2014/main" val="2576817002"/>
                  </a:ext>
                </a:extLst>
              </a:tr>
              <a:tr h="54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bg1"/>
                          </a:solidFill>
                          <a:effectLst/>
                          <a:latin typeface="Times New Roman" panose="02020603050405020304" pitchFamily="18" charset="0"/>
                          <a:ea typeface="+mn-ea"/>
                          <a:cs typeface="Times New Roman" panose="02020603050405020304" pitchFamily="18" charset="0"/>
                        </a:rPr>
                        <a:t>s</a:t>
                      </a:r>
                      <a:r>
                        <a:rPr lang="en-PS" sz="2000" b="1" kern="1200" dirty="0">
                          <a:solidFill>
                            <a:schemeClr val="bg1"/>
                          </a:solidFill>
                          <a:effectLst/>
                          <a:latin typeface="Times New Roman" panose="02020603050405020304" pitchFamily="18" charset="0"/>
                          <a:ea typeface="+mn-ea"/>
                          <a:cs typeface="Times New Roman" panose="02020603050405020304" pitchFamily="18" charset="0"/>
                        </a:rPr>
                        <a:t>hare_form_submissions</a:t>
                      </a:r>
                      <a:endParaRPr lang="en-PS" sz="2000" b="1"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r>
                        <a:rPr lang="en-PS" sz="2000" kern="1200" dirty="0">
                          <a:solidFill>
                            <a:schemeClr val="bg1"/>
                          </a:solidFill>
                          <a:effectLst/>
                          <a:latin typeface="Times New Roman" panose="02020603050405020304" pitchFamily="18" charset="0"/>
                          <a:ea typeface="+mn-ea"/>
                          <a:cs typeface="Times New Roman" panose="02020603050405020304" pitchFamily="18" charset="0"/>
                        </a:rPr>
                        <a:t>Stores the questions of the form.</a:t>
                      </a:r>
                      <a:r>
                        <a:rPr lang="en-PS" sz="2000" dirty="0">
                          <a:solidFill>
                            <a:schemeClr val="bg1"/>
                          </a:solidFill>
                          <a:effectLst/>
                          <a:latin typeface="Times New Roman" panose="02020603050405020304" pitchFamily="18" charset="0"/>
                          <a:cs typeface="Times New Roman" panose="02020603050405020304" pitchFamily="18" charset="0"/>
                        </a:rPr>
                        <a:t> </a:t>
                      </a:r>
                      <a:endParaRPr lang="en-PS" sz="2000"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extLst>
                  <a:ext uri="{0D108BD9-81ED-4DB2-BD59-A6C34878D82A}">
                    <a16:rowId xmlns:a16="http://schemas.microsoft.com/office/drawing/2014/main" val="245693352"/>
                  </a:ext>
                </a:extLst>
              </a:tr>
              <a:tr h="540000">
                <a:tc>
                  <a:txBody>
                    <a:bodyPr/>
                    <a:lstStyle/>
                    <a:p>
                      <a:pPr algn="ctr"/>
                      <a:r>
                        <a:rPr lang="en-PS" sz="2000" b="1" kern="1200" dirty="0">
                          <a:solidFill>
                            <a:schemeClr val="bg1"/>
                          </a:solidFill>
                          <a:effectLst/>
                          <a:latin typeface="Times New Roman" panose="02020603050405020304" pitchFamily="18" charset="0"/>
                          <a:ea typeface="+mn-ea"/>
                          <a:cs typeface="Times New Roman" panose="02020603050405020304" pitchFamily="18" charset="0"/>
                        </a:rPr>
                        <a:t>team</a:t>
                      </a:r>
                      <a:endParaRPr lang="en-PS" sz="2000" b="1"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r>
                        <a:rPr lang="en-PS" sz="2000" kern="1200" dirty="0">
                          <a:solidFill>
                            <a:schemeClr val="bg1"/>
                          </a:solidFill>
                          <a:effectLst/>
                          <a:latin typeface="Times New Roman" panose="02020603050405020304" pitchFamily="18" charset="0"/>
                          <a:ea typeface="+mn-ea"/>
                          <a:cs typeface="Times New Roman" panose="02020603050405020304" pitchFamily="18" charset="0"/>
                        </a:rPr>
                        <a:t>Stores the details about the team member.</a:t>
                      </a:r>
                      <a:r>
                        <a:rPr lang="en-PS" sz="2000" dirty="0">
                          <a:solidFill>
                            <a:schemeClr val="bg1"/>
                          </a:solidFill>
                          <a:effectLst/>
                          <a:latin typeface="Times New Roman" panose="02020603050405020304" pitchFamily="18" charset="0"/>
                          <a:cs typeface="Times New Roman" panose="02020603050405020304" pitchFamily="18" charset="0"/>
                        </a:rPr>
                        <a:t> </a:t>
                      </a:r>
                      <a:endParaRPr lang="en-PS" sz="2000"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extLst>
                  <a:ext uri="{0D108BD9-81ED-4DB2-BD59-A6C34878D82A}">
                    <a16:rowId xmlns:a16="http://schemas.microsoft.com/office/drawing/2014/main" val="1900442010"/>
                  </a:ext>
                </a:extLst>
              </a:tr>
              <a:tr h="540000">
                <a:tc>
                  <a:txBody>
                    <a:bodyPr/>
                    <a:lstStyle/>
                    <a:p>
                      <a:pPr algn="ctr"/>
                      <a:r>
                        <a:rPr lang="en-PS" sz="2000" b="1" kern="1200" dirty="0">
                          <a:solidFill>
                            <a:schemeClr val="bg1"/>
                          </a:solidFill>
                          <a:effectLst/>
                          <a:latin typeface="Times New Roman" panose="02020603050405020304" pitchFamily="18" charset="0"/>
                          <a:ea typeface="+mn-ea"/>
                          <a:cs typeface="Times New Roman" panose="02020603050405020304" pitchFamily="18" charset="0"/>
                        </a:rPr>
                        <a:t>admin</a:t>
                      </a:r>
                      <a:r>
                        <a:rPr lang="en-PS" sz="2000" b="1" kern="1200" dirty="0">
                          <a:solidFill>
                            <a:schemeClr val="dk1"/>
                          </a:solidFill>
                          <a:effectLst/>
                          <a:latin typeface="Times New Roman" panose="02020603050405020304" pitchFamily="18" charset="0"/>
                          <a:ea typeface="+mn-ea"/>
                          <a:cs typeface="Times New Roman" panose="02020603050405020304" pitchFamily="18" charset="0"/>
                        </a:rPr>
                        <a:t> </a:t>
                      </a:r>
                      <a:endParaRPr lang="en-PS" sz="2000" b="1" dirty="0">
                        <a:latin typeface="Times New Roman" panose="02020603050405020304" pitchFamily="18" charset="0"/>
                        <a:cs typeface="Times New Roman" panose="02020603050405020304" pitchFamily="18" charset="0"/>
                      </a:endParaRPr>
                    </a:p>
                  </a:txBody>
                  <a:tcPr anchor="ctr">
                    <a:solidFill>
                      <a:schemeClr val="tx1"/>
                    </a:solidFill>
                  </a:tcPr>
                </a:tc>
                <a:tc>
                  <a:txBody>
                    <a:bodyPr/>
                    <a:lstStyle/>
                    <a:p>
                      <a:r>
                        <a:rPr lang="en-PS" sz="2000" kern="1200" dirty="0">
                          <a:solidFill>
                            <a:schemeClr val="bg1"/>
                          </a:solidFill>
                          <a:effectLst/>
                          <a:latin typeface="Times New Roman" panose="02020603050405020304" pitchFamily="18" charset="0"/>
                          <a:ea typeface="+mn-ea"/>
                          <a:cs typeface="Times New Roman" panose="02020603050405020304" pitchFamily="18" charset="0"/>
                        </a:rPr>
                        <a:t>Stores  the username &amp; password for the admins.</a:t>
                      </a:r>
                      <a:r>
                        <a:rPr lang="en-PS" sz="2000" dirty="0">
                          <a:solidFill>
                            <a:schemeClr val="bg1"/>
                          </a:solidFill>
                          <a:effectLst/>
                          <a:latin typeface="Times New Roman" panose="02020603050405020304" pitchFamily="18" charset="0"/>
                          <a:cs typeface="Times New Roman" panose="02020603050405020304" pitchFamily="18" charset="0"/>
                        </a:rPr>
                        <a:t> </a:t>
                      </a:r>
                      <a:endParaRPr lang="en-PS" sz="2000" dirty="0">
                        <a:solidFill>
                          <a:schemeClr val="bg1"/>
                        </a:solidFill>
                        <a:latin typeface="Times New Roman" panose="02020603050405020304" pitchFamily="18" charset="0"/>
                        <a:cs typeface="Times New Roman" panose="02020603050405020304" pitchFamily="18" charset="0"/>
                      </a:endParaRPr>
                    </a:p>
                  </a:txBody>
                  <a:tcPr anchor="ctr">
                    <a:solidFill>
                      <a:schemeClr val="tx1"/>
                    </a:solidFill>
                  </a:tcPr>
                </a:tc>
                <a:extLst>
                  <a:ext uri="{0D108BD9-81ED-4DB2-BD59-A6C34878D82A}">
                    <a16:rowId xmlns:a16="http://schemas.microsoft.com/office/drawing/2014/main" val="2694213147"/>
                  </a:ext>
                </a:extLst>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000">
        <p15:prstTrans prst="pageCurlDouble" invX="1"/>
        <p:sndAc>
          <p:stSnd>
            <p:snd r:embed="rId3" name="type.wav"/>
          </p:stSnd>
        </p:sndAc>
      </p:transition>
    </mc:Choice>
    <mc:Fallback>
      <p:transition spd="slow">
        <p:fade/>
        <p:sndAc>
          <p:stSnd>
            <p:snd r:embed="rId3"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43" presetClass="entr" presetSubtype="0" fill="hold"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250"/>
                                        <p:tgtEl>
                                          <p:spTgt spid="28"/>
                                        </p:tgtEl>
                                      </p:cBhvr>
                                    </p:animEffect>
                                    <p:anim calcmode="lin" valueType="num">
                                      <p:cBhvr>
                                        <p:cTn id="19" dur="1000" fill="hold"/>
                                        <p:tgtEl>
                                          <p:spTgt spid="28"/>
                                        </p:tgtEl>
                                        <p:attrNameLst>
                                          <p:attrName>ppt_x</p:attrName>
                                        </p:attrNameLst>
                                      </p:cBhvr>
                                      <p:tavLst>
                                        <p:tav tm="0">
                                          <p:val>
                                            <p:strVal val="#ppt_x"/>
                                          </p:val>
                                        </p:tav>
                                        <p:tav tm="100000">
                                          <p:val>
                                            <p:strVal val="#ppt_x"/>
                                          </p:val>
                                        </p:tav>
                                      </p:tavLst>
                                    </p:anim>
                                    <p:anim calcmode="lin" valueType="num">
                                      <p:cBhvr>
                                        <p:cTn id="20" dur="1000" fill="hold"/>
                                        <p:tgtEl>
                                          <p:spTgt spid="28"/>
                                        </p:tgtEl>
                                        <p:attrNameLst>
                                          <p:attrName>ppt_y</p:attrName>
                                        </p:attrNameLst>
                                      </p:cBhvr>
                                      <p:tavLst>
                                        <p:tav tm="0">
                                          <p:val>
                                            <p:strVal val="#ppt_y+0.31"/>
                                          </p:val>
                                        </p:tav>
                                        <p:tav tm="100000">
                                          <p:val>
                                            <p:strVal val="#ppt_y+0.31"/>
                                          </p:val>
                                        </p:tav>
                                      </p:tavLst>
                                    </p:anim>
                                    <p:anim calcmode="lin" valueType="num">
                                      <p:cBhvr>
                                        <p:cTn id="21" dur="1500" decel="50000" fill="hold">
                                          <p:stCondLst>
                                            <p:cond delay="1000"/>
                                          </p:stCondLst>
                                        </p:cTn>
                                        <p:tgtEl>
                                          <p:spTgt spid="2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2" dur="1500" decel="50000" fill="hold">
                                          <p:stCondLst>
                                            <p:cond delay="1000"/>
                                          </p:stCondLst>
                                        </p:cTn>
                                        <p:tgtEl>
                                          <p:spTgt spid="2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502920" y="271314"/>
            <a:ext cx="3665106" cy="50749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Use Case Overview</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853667" y="782115"/>
            <a:ext cx="3306853" cy="45719"/>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18</a:t>
            </a:r>
            <a:endParaRPr lang="en-US" sz="1000" dirty="0"/>
          </a:p>
        </p:txBody>
      </p:sp>
      <p:pic>
        <p:nvPicPr>
          <p:cNvPr id="14" name="Picture 13">
            <a:extLst>
              <a:ext uri="{FF2B5EF4-FFF2-40B4-BE49-F238E27FC236}">
                <a16:creationId xmlns:a16="http://schemas.microsoft.com/office/drawing/2014/main" id="{92DF059A-98B2-5301-FA96-281EF14A361D}"/>
              </a:ext>
            </a:extLst>
          </p:cNvPr>
          <p:cNvPicPr>
            <a:picLocks noChangeAspect="1"/>
          </p:cNvPicPr>
          <p:nvPr/>
        </p:nvPicPr>
        <p:blipFill>
          <a:blip r:embed="rId4"/>
          <a:stretch>
            <a:fillRect/>
          </a:stretch>
        </p:blipFill>
        <p:spPr>
          <a:xfrm>
            <a:off x="0" y="3560618"/>
            <a:ext cx="2457629" cy="2788383"/>
          </a:xfrm>
          <a:prstGeom prst="rect">
            <a:avLst/>
          </a:prstGeom>
        </p:spPr>
      </p:pic>
      <p:graphicFrame>
        <p:nvGraphicFramePr>
          <p:cNvPr id="12" name="Diagram 11">
            <a:extLst>
              <a:ext uri="{FF2B5EF4-FFF2-40B4-BE49-F238E27FC236}">
                <a16:creationId xmlns:a16="http://schemas.microsoft.com/office/drawing/2014/main" id="{BC2D04C8-985E-AC1D-5239-8895FD280495}"/>
              </a:ext>
            </a:extLst>
          </p:cNvPr>
          <p:cNvGraphicFramePr/>
          <p:nvPr>
            <p:extLst>
              <p:ext uri="{D42A27DB-BD31-4B8C-83A1-F6EECF244321}">
                <p14:modId xmlns:p14="http://schemas.microsoft.com/office/powerpoint/2010/main" val="3724974566"/>
              </p:ext>
            </p:extLst>
          </p:nvPr>
        </p:nvGraphicFramePr>
        <p:xfrm>
          <a:off x="2645619" y="1210733"/>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mc:AlternateContent xmlns:mc="http://schemas.openxmlformats.org/markup-compatibility/2006">
    <mc:Choice xmlns:p14="http://schemas.microsoft.com/office/powerpoint/2010/main" Requires="p14">
      <p:transition spd="slow" p14:dur="3000">
        <p:push dir="u"/>
        <p:sndAc>
          <p:stSnd>
            <p:snd r:embed="rId3" name="push.wav"/>
          </p:stSnd>
        </p:sndAc>
      </p:transition>
    </mc:Choice>
    <mc:Fallback>
      <p:transition spd="slow">
        <p:push dir="u"/>
        <p:sndAc>
          <p:stSnd>
            <p:snd r:embed="rId3" name="pu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5" presetClass="entr" presetSubtype="0"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21" dur="1000" fill="hold"/>
                                        <p:tgtEl>
                                          <p:spTgt spid="12"/>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12"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0E0E"/>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595B39-2712-33E5-815B-7426F65EC2E2}"/>
              </a:ext>
            </a:extLst>
          </p:cNvPr>
          <p:cNvPicPr>
            <a:picLocks noChangeAspect="1"/>
          </p:cNvPicPr>
          <p:nvPr/>
        </p:nvPicPr>
        <p:blipFill>
          <a:blip r:embed="rId4"/>
          <a:stretch>
            <a:fillRect/>
          </a:stretch>
        </p:blipFill>
        <p:spPr>
          <a:xfrm>
            <a:off x="6064033" y="395034"/>
            <a:ext cx="5091977" cy="5894196"/>
          </a:xfrm>
          <a:prstGeom prst="rect">
            <a:avLst/>
          </a:prstGeom>
        </p:spPr>
      </p:pic>
      <p:sp>
        <p:nvSpPr>
          <p:cNvPr id="3" name="Text 0"/>
          <p:cNvSpPr/>
          <p:nvPr/>
        </p:nvSpPr>
        <p:spPr>
          <a:xfrm>
            <a:off x="1035990" y="2721841"/>
            <a:ext cx="4367283" cy="620291"/>
          </a:xfrm>
          <a:prstGeom prst="rect">
            <a:avLst/>
          </a:prstGeom>
          <a:noFill/>
          <a:ln/>
        </p:spPr>
        <p:txBody>
          <a:bodyPr wrap="square" lIns="0" tIns="0" rIns="0" bIns="0" rtlCol="0" anchor="ctr"/>
          <a:lstStyle/>
          <a:p>
            <a:pPr marL="0" indent="0" algn="r">
              <a:buNone/>
            </a:pPr>
            <a:r>
              <a:rPr lang="en-US" sz="5400" b="1" dirty="0">
                <a:solidFill>
                  <a:srgbClr val="F5F5F5"/>
                </a:solidFill>
                <a:latin typeface="Times New Roman" panose="02020603050405020304" pitchFamily="18" charset="0"/>
                <a:cs typeface="Times New Roman" panose="02020603050405020304" pitchFamily="18" charset="0"/>
              </a:rPr>
              <a:t>Related Work</a:t>
            </a:r>
            <a:endParaRPr lang="en-US" sz="5400" dirty="0">
              <a:latin typeface="Times New Roman" panose="02020603050405020304" pitchFamily="18" charset="0"/>
              <a:cs typeface="Times New Roman" panose="02020603050405020304" pitchFamily="18" charset="0"/>
            </a:endParaRPr>
          </a:p>
        </p:txBody>
      </p:sp>
      <p:sp>
        <p:nvSpPr>
          <p:cNvPr id="4" name="Shape 1"/>
          <p:cNvSpPr/>
          <p:nvPr/>
        </p:nvSpPr>
        <p:spPr>
          <a:xfrm flipV="1">
            <a:off x="1371726" y="3493009"/>
            <a:ext cx="4031547" cy="45719"/>
          </a:xfrm>
          <a:prstGeom prst="rect">
            <a:avLst/>
          </a:prstGeom>
          <a:solidFill>
            <a:srgbClr val="E63946"/>
          </a:solidFill>
          <a:ln w="12700">
            <a:solidFill>
              <a:srgbClr val="E63946"/>
            </a:solidFill>
            <a:prstDash val="solid"/>
          </a:ln>
        </p:spPr>
        <p:txBody>
          <a:bodyPr/>
          <a:lstStyle/>
          <a:p>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19</a:t>
            </a:r>
            <a:endParaRPr lang="en-US" sz="1000" dirty="0"/>
          </a:p>
        </p:txBody>
      </p:sp>
      <p:sp>
        <p:nvSpPr>
          <p:cNvPr id="2" name="Right Arrow 1">
            <a:hlinkClick r:id="rId5" action="ppaction://hlinksldjump"/>
            <a:extLst>
              <a:ext uri="{FF2B5EF4-FFF2-40B4-BE49-F238E27FC236}">
                <a16:creationId xmlns:a16="http://schemas.microsoft.com/office/drawing/2014/main" id="{032B8E7B-D384-C7BE-9807-3F12AA8C3682}"/>
              </a:ext>
            </a:extLst>
          </p:cNvPr>
          <p:cNvSpPr/>
          <p:nvPr/>
        </p:nvSpPr>
        <p:spPr>
          <a:xfrm rot="10800000">
            <a:off x="241223" y="5947887"/>
            <a:ext cx="1338943" cy="40429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sndAc>
          <p:stSnd>
            <p:snd r:embed="rId3" name="coin.wav"/>
          </p:stSnd>
        </p:sndAc>
      </p:transition>
    </mc:Choice>
    <mc:Fallback>
      <p:transition spd="slow">
        <p:fade/>
        <p:sndAc>
          <p:stSnd>
            <p:snd r:embed="rId3" name="coin.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0E0E"/>
        </a:solidFill>
        <a:effectLst/>
      </p:bgPr>
    </p:bg>
    <p:spTree>
      <p:nvGrpSpPr>
        <p:cNvPr id="1" name=""/>
        <p:cNvGrpSpPr/>
        <p:nvPr/>
      </p:nvGrpSpPr>
      <p:grpSpPr>
        <a:xfrm>
          <a:off x="0" y="0"/>
          <a:ext cx="0" cy="0"/>
          <a:chOff x="0" y="0"/>
          <a:chExt cx="0" cy="0"/>
        </a:xfrm>
      </p:grpSpPr>
      <p:pic>
        <p:nvPicPr>
          <p:cNvPr id="2" name="Image 0" descr="/mnt/data/a_dark_moody_high_tech_studio_background_scene_s.png"/>
          <p:cNvPicPr>
            <a:picLocks noChangeAspect="1"/>
          </p:cNvPicPr>
          <p:nvPr/>
        </p:nvPicPr>
        <p:blipFill>
          <a:blip r:embed="rId4"/>
          <a:srcRect t="25" b="25"/>
          <a:stretch/>
        </p:blipFill>
        <p:spPr>
          <a:xfrm>
            <a:off x="0" y="0"/>
            <a:ext cx="12191695" cy="6858000"/>
          </a:xfrm>
          <a:prstGeom prst="rect">
            <a:avLst/>
          </a:prstGeom>
        </p:spPr>
      </p:pic>
      <p:sp>
        <p:nvSpPr>
          <p:cNvPr id="3" name="Text 0"/>
          <p:cNvSpPr/>
          <p:nvPr/>
        </p:nvSpPr>
        <p:spPr>
          <a:xfrm>
            <a:off x="502920" y="422966"/>
            <a:ext cx="2773181" cy="57138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Related Works</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flipV="1">
            <a:off x="777239" y="929073"/>
            <a:ext cx="2498861"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20</a:t>
            </a:r>
            <a:endParaRPr lang="en-US" sz="1000" dirty="0"/>
          </a:p>
        </p:txBody>
      </p:sp>
      <p:graphicFrame>
        <p:nvGraphicFramePr>
          <p:cNvPr id="15" name="Diagram 14">
            <a:extLst>
              <a:ext uri="{FF2B5EF4-FFF2-40B4-BE49-F238E27FC236}">
                <a16:creationId xmlns:a16="http://schemas.microsoft.com/office/drawing/2014/main" id="{4F5D642A-BC56-77E9-6342-D728AD12FA2C}"/>
              </a:ext>
            </a:extLst>
          </p:cNvPr>
          <p:cNvGraphicFramePr/>
          <p:nvPr>
            <p:extLst>
              <p:ext uri="{D42A27DB-BD31-4B8C-83A1-F6EECF244321}">
                <p14:modId xmlns:p14="http://schemas.microsoft.com/office/powerpoint/2010/main" val="348718102"/>
              </p:ext>
            </p:extLst>
          </p:nvPr>
        </p:nvGraphicFramePr>
        <p:xfrm>
          <a:off x="2331720" y="1073573"/>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6" name="TextBox 15">
            <a:extLst>
              <a:ext uri="{FF2B5EF4-FFF2-40B4-BE49-F238E27FC236}">
                <a16:creationId xmlns:a16="http://schemas.microsoft.com/office/drawing/2014/main" id="{4F460263-AE0A-94A0-F87B-0770430A4441}"/>
              </a:ext>
            </a:extLst>
          </p:cNvPr>
          <p:cNvSpPr txBox="1"/>
          <p:nvPr/>
        </p:nvSpPr>
        <p:spPr>
          <a:xfrm>
            <a:off x="3980638" y="4827470"/>
            <a:ext cx="6122732" cy="1569660"/>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An official agency publishes daily news and reports about Palestine and Gaza, providing reliable information, but it focuses more on official news than individual human stories.</a:t>
            </a:r>
            <a:endParaRPr lang="en-PS" sz="2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3000">
        <p14:flip dir="l"/>
        <p:sndAc>
          <p:stSnd>
            <p:snd r:embed="rId3" name="hammer.wav"/>
          </p:stSnd>
        </p:sndAc>
      </p:transition>
    </mc:Choice>
    <mc:Fallback>
      <p:transition spd="slow">
        <p:fade/>
        <p:sndAc>
          <p:stSnd>
            <p:snd r:embed="rId3"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37"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2000"/>
                                        <p:tgtEl>
                                          <p:spTgt spid="15"/>
                                        </p:tgtEl>
                                      </p:cBhvr>
                                    </p:animEffect>
                                    <p:anim calcmode="lin" valueType="num">
                                      <p:cBhvr>
                                        <p:cTn id="19" dur="2000" fill="hold"/>
                                        <p:tgtEl>
                                          <p:spTgt spid="15"/>
                                        </p:tgtEl>
                                        <p:attrNameLst>
                                          <p:attrName>ppt_x</p:attrName>
                                        </p:attrNameLst>
                                      </p:cBhvr>
                                      <p:tavLst>
                                        <p:tav tm="0">
                                          <p:val>
                                            <p:strVal val="#ppt_x"/>
                                          </p:val>
                                        </p:tav>
                                        <p:tav tm="100000">
                                          <p:val>
                                            <p:strVal val="#ppt_x"/>
                                          </p:val>
                                        </p:tav>
                                      </p:tavLst>
                                    </p:anim>
                                    <p:anim calcmode="lin" valueType="num">
                                      <p:cBhvr>
                                        <p:cTn id="20" dur="1800" decel="100000" fill="hold"/>
                                        <p:tgtEl>
                                          <p:spTgt spid="15"/>
                                        </p:tgtEl>
                                        <p:attrNameLst>
                                          <p:attrName>ppt_y</p:attrName>
                                        </p:attrNameLst>
                                      </p:cBhvr>
                                      <p:tavLst>
                                        <p:tav tm="0">
                                          <p:val>
                                            <p:strVal val="#ppt_y+1"/>
                                          </p:val>
                                        </p:tav>
                                        <p:tav tm="100000">
                                          <p:val>
                                            <p:strVal val="#ppt_y-.03"/>
                                          </p:val>
                                        </p:tav>
                                      </p:tavLst>
                                    </p:anim>
                                    <p:anim calcmode="lin" valueType="num">
                                      <p:cBhvr>
                                        <p:cTn id="21" dur="200" accel="100000" fill="hold">
                                          <p:stCondLst>
                                            <p:cond delay="1800"/>
                                          </p:stCondLst>
                                        </p:cTn>
                                        <p:tgtEl>
                                          <p:spTgt spid="15"/>
                                        </p:tgtEl>
                                        <p:attrNameLst>
                                          <p:attrName>ppt_y</p:attrName>
                                        </p:attrNameLst>
                                      </p:cBhvr>
                                      <p:tavLst>
                                        <p:tav tm="0">
                                          <p:val>
                                            <p:strVal val="#ppt_y-.03"/>
                                          </p:val>
                                        </p:tav>
                                        <p:tav tm="100000">
                                          <p:val>
                                            <p:strVal val="#ppt_y"/>
                                          </p:val>
                                        </p:tav>
                                      </p:tavLst>
                                    </p:anim>
                                  </p:childTnLst>
                                </p:cTn>
                              </p:par>
                              <p:par>
                                <p:cTn id="22" presetID="37"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2000"/>
                                        <p:tgtEl>
                                          <p:spTgt spid="16"/>
                                        </p:tgtEl>
                                      </p:cBhvr>
                                    </p:animEffect>
                                    <p:anim calcmode="lin" valueType="num">
                                      <p:cBhvr>
                                        <p:cTn id="25" dur="2000" fill="hold"/>
                                        <p:tgtEl>
                                          <p:spTgt spid="16"/>
                                        </p:tgtEl>
                                        <p:attrNameLst>
                                          <p:attrName>ppt_x</p:attrName>
                                        </p:attrNameLst>
                                      </p:cBhvr>
                                      <p:tavLst>
                                        <p:tav tm="0">
                                          <p:val>
                                            <p:strVal val="#ppt_x"/>
                                          </p:val>
                                        </p:tav>
                                        <p:tav tm="100000">
                                          <p:val>
                                            <p:strVal val="#ppt_x"/>
                                          </p:val>
                                        </p:tav>
                                      </p:tavLst>
                                    </p:anim>
                                    <p:anim calcmode="lin" valueType="num">
                                      <p:cBhvr>
                                        <p:cTn id="26" dur="1800" decel="100000" fill="hold"/>
                                        <p:tgtEl>
                                          <p:spTgt spid="16"/>
                                        </p:tgtEl>
                                        <p:attrNameLst>
                                          <p:attrName>ppt_y</p:attrName>
                                        </p:attrNameLst>
                                      </p:cBhvr>
                                      <p:tavLst>
                                        <p:tav tm="0">
                                          <p:val>
                                            <p:strVal val="#ppt_y+1"/>
                                          </p:val>
                                        </p:tav>
                                        <p:tav tm="100000">
                                          <p:val>
                                            <p:strVal val="#ppt_y-.03"/>
                                          </p:val>
                                        </p:tav>
                                      </p:tavLst>
                                    </p:anim>
                                    <p:anim calcmode="lin" valueType="num">
                                      <p:cBhvr>
                                        <p:cTn id="27" dur="200" accel="100000" fill="hold">
                                          <p:stCondLst>
                                            <p:cond delay="1800"/>
                                          </p:stCondLst>
                                        </p:cTn>
                                        <p:tgtEl>
                                          <p:spTgt spid="1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15" grpId="0">
        <p:bldAsOne/>
      </p:bldGraphic>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a:extLst>
            <a:ext uri="{FF2B5EF4-FFF2-40B4-BE49-F238E27FC236}">
              <a16:creationId xmlns:a16="http://schemas.microsoft.com/office/drawing/2014/main" id="{25EAA118-DEAC-C797-18AA-87A2C5613713}"/>
            </a:ext>
          </a:extLst>
        </p:cNvPr>
        <p:cNvGrpSpPr/>
        <p:nvPr/>
      </p:nvGrpSpPr>
      <p:grpSpPr>
        <a:xfrm>
          <a:off x="0" y="0"/>
          <a:ext cx="0" cy="0"/>
          <a:chOff x="0" y="0"/>
          <a:chExt cx="0" cy="0"/>
        </a:xfrm>
      </p:grpSpPr>
      <p:pic>
        <p:nvPicPr>
          <p:cNvPr id="2" name="Image 0" descr="/mnt/data/a_dark_moody_high_tech_studio_background_scene_s.png">
            <a:extLst>
              <a:ext uri="{FF2B5EF4-FFF2-40B4-BE49-F238E27FC236}">
                <a16:creationId xmlns:a16="http://schemas.microsoft.com/office/drawing/2014/main" id="{C4CF5E52-BE92-B7DB-8518-FD288EA933CA}"/>
              </a:ext>
            </a:extLst>
          </p:cNvPr>
          <p:cNvPicPr>
            <a:picLocks noChangeAspect="1"/>
          </p:cNvPicPr>
          <p:nvPr/>
        </p:nvPicPr>
        <p:blipFill>
          <a:blip r:embed="rId4"/>
          <a:srcRect t="25" b="25"/>
          <a:stretch/>
        </p:blipFill>
        <p:spPr>
          <a:xfrm>
            <a:off x="0" y="0"/>
            <a:ext cx="12191695" cy="6858000"/>
          </a:xfrm>
          <a:prstGeom prst="rect">
            <a:avLst/>
          </a:prstGeom>
        </p:spPr>
      </p:pic>
      <p:sp>
        <p:nvSpPr>
          <p:cNvPr id="3" name="Text 0">
            <a:extLst>
              <a:ext uri="{FF2B5EF4-FFF2-40B4-BE49-F238E27FC236}">
                <a16:creationId xmlns:a16="http://schemas.microsoft.com/office/drawing/2014/main" id="{A93ECAFF-437E-E678-26A7-C67311C43025}"/>
              </a:ext>
            </a:extLst>
          </p:cNvPr>
          <p:cNvSpPr/>
          <p:nvPr/>
        </p:nvSpPr>
        <p:spPr>
          <a:xfrm>
            <a:off x="640078" y="403404"/>
            <a:ext cx="2773181" cy="57138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Related Works</a:t>
            </a:r>
            <a:endParaRPr lang="en-US" sz="3200" dirty="0">
              <a:latin typeface="Times New Roman" panose="02020603050405020304" pitchFamily="18" charset="0"/>
              <a:cs typeface="Times New Roman" panose="02020603050405020304" pitchFamily="18" charset="0"/>
            </a:endParaRPr>
          </a:p>
        </p:txBody>
      </p:sp>
      <p:sp>
        <p:nvSpPr>
          <p:cNvPr id="4" name="Shape 1">
            <a:extLst>
              <a:ext uri="{FF2B5EF4-FFF2-40B4-BE49-F238E27FC236}">
                <a16:creationId xmlns:a16="http://schemas.microsoft.com/office/drawing/2014/main" id="{248024CC-FFB1-B8EF-D076-8BD30CD8303C}"/>
              </a:ext>
            </a:extLst>
          </p:cNvPr>
          <p:cNvSpPr/>
          <p:nvPr/>
        </p:nvSpPr>
        <p:spPr>
          <a:xfrm flipV="1">
            <a:off x="777239" y="929073"/>
            <a:ext cx="2498861"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6" name="Text 3">
            <a:extLst>
              <a:ext uri="{FF2B5EF4-FFF2-40B4-BE49-F238E27FC236}">
                <a16:creationId xmlns:a16="http://schemas.microsoft.com/office/drawing/2014/main" id="{D7CBC064-A266-D467-5897-163BE95DD133}"/>
              </a:ext>
            </a:extLst>
          </p:cNvPr>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a:extLst>
              <a:ext uri="{FF2B5EF4-FFF2-40B4-BE49-F238E27FC236}">
                <a16:creationId xmlns:a16="http://schemas.microsoft.com/office/drawing/2014/main" id="{FF75BE23-D524-C7CC-FD91-67081B0E0CB7}"/>
              </a:ext>
            </a:extLst>
          </p:cNvPr>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21</a:t>
            </a:r>
            <a:endParaRPr lang="en-US" sz="1000" dirty="0"/>
          </a:p>
        </p:txBody>
      </p:sp>
      <p:graphicFrame>
        <p:nvGraphicFramePr>
          <p:cNvPr id="15" name="Diagram 14">
            <a:extLst>
              <a:ext uri="{FF2B5EF4-FFF2-40B4-BE49-F238E27FC236}">
                <a16:creationId xmlns:a16="http://schemas.microsoft.com/office/drawing/2014/main" id="{37FB255E-561C-D610-9ECF-15BCABC46957}"/>
              </a:ext>
            </a:extLst>
          </p:cNvPr>
          <p:cNvGraphicFramePr/>
          <p:nvPr>
            <p:extLst>
              <p:ext uri="{D42A27DB-BD31-4B8C-83A1-F6EECF244321}">
                <p14:modId xmlns:p14="http://schemas.microsoft.com/office/powerpoint/2010/main" val="1461887465"/>
              </p:ext>
            </p:extLst>
          </p:nvPr>
        </p:nvGraphicFramePr>
        <p:xfrm>
          <a:off x="2331720" y="1073573"/>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647646739"/>
      </p:ext>
    </p:extLst>
  </p:cSld>
  <p:clrMapOvr>
    <a:masterClrMapping/>
  </p:clrMapOvr>
  <mc:AlternateContent xmlns:mc="http://schemas.openxmlformats.org/markup-compatibility/2006">
    <mc:Choice xmlns:p14="http://schemas.microsoft.com/office/powerpoint/2010/main" Requires="p14">
      <p:transition spd="slow" p14:dur="3000">
        <p14:gallery dir="r"/>
        <p:sndAc>
          <p:stSnd>
            <p:snd r:embed="rId3" name="hammer.wav"/>
          </p:stSnd>
        </p:sndAc>
      </p:transition>
    </mc:Choice>
    <mc:Fallback>
      <p:transition spd="slow">
        <p:fade/>
        <p:sndAc>
          <p:stSnd>
            <p:snd r:embed="rId3"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31"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2000" fill="hold"/>
                                        <p:tgtEl>
                                          <p:spTgt spid="15"/>
                                        </p:tgtEl>
                                        <p:attrNameLst>
                                          <p:attrName>ppt_w</p:attrName>
                                        </p:attrNameLst>
                                      </p:cBhvr>
                                      <p:tavLst>
                                        <p:tav tm="0">
                                          <p:val>
                                            <p:fltVal val="0"/>
                                          </p:val>
                                        </p:tav>
                                        <p:tav tm="100000">
                                          <p:val>
                                            <p:strVal val="#ppt_w"/>
                                          </p:val>
                                        </p:tav>
                                      </p:tavLst>
                                    </p:anim>
                                    <p:anim calcmode="lin" valueType="num">
                                      <p:cBhvr>
                                        <p:cTn id="19" dur="2000" fill="hold"/>
                                        <p:tgtEl>
                                          <p:spTgt spid="15"/>
                                        </p:tgtEl>
                                        <p:attrNameLst>
                                          <p:attrName>ppt_h</p:attrName>
                                        </p:attrNameLst>
                                      </p:cBhvr>
                                      <p:tavLst>
                                        <p:tav tm="0">
                                          <p:val>
                                            <p:fltVal val="0"/>
                                          </p:val>
                                        </p:tav>
                                        <p:tav tm="100000">
                                          <p:val>
                                            <p:strVal val="#ppt_h"/>
                                          </p:val>
                                        </p:tav>
                                      </p:tavLst>
                                    </p:anim>
                                    <p:anim calcmode="lin" valueType="num">
                                      <p:cBhvr>
                                        <p:cTn id="20" dur="2000" fill="hold"/>
                                        <p:tgtEl>
                                          <p:spTgt spid="15"/>
                                        </p:tgtEl>
                                        <p:attrNameLst>
                                          <p:attrName>style.rotation</p:attrName>
                                        </p:attrNameLst>
                                      </p:cBhvr>
                                      <p:tavLst>
                                        <p:tav tm="0">
                                          <p:val>
                                            <p:fltVal val="90"/>
                                          </p:val>
                                        </p:tav>
                                        <p:tav tm="100000">
                                          <p:val>
                                            <p:fltVal val="0"/>
                                          </p:val>
                                        </p:tav>
                                      </p:tavLst>
                                    </p:anim>
                                    <p:animEffect transition="in" filter="fade">
                                      <p:cBhvr>
                                        <p:cTn id="21"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15"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a:extLst>
            <a:ext uri="{FF2B5EF4-FFF2-40B4-BE49-F238E27FC236}">
              <a16:creationId xmlns:a16="http://schemas.microsoft.com/office/drawing/2014/main" id="{7512E890-6C18-3EE0-CE59-B4A656DF2D4A}"/>
            </a:ext>
          </a:extLst>
        </p:cNvPr>
        <p:cNvGrpSpPr/>
        <p:nvPr/>
      </p:nvGrpSpPr>
      <p:grpSpPr>
        <a:xfrm>
          <a:off x="0" y="0"/>
          <a:ext cx="0" cy="0"/>
          <a:chOff x="0" y="0"/>
          <a:chExt cx="0" cy="0"/>
        </a:xfrm>
      </p:grpSpPr>
      <p:pic>
        <p:nvPicPr>
          <p:cNvPr id="2" name="Image 0" descr="/mnt/data/a_dark_moody_high_tech_studio_background_scene_s.png">
            <a:extLst>
              <a:ext uri="{FF2B5EF4-FFF2-40B4-BE49-F238E27FC236}">
                <a16:creationId xmlns:a16="http://schemas.microsoft.com/office/drawing/2014/main" id="{CAEC9318-2389-74EE-3285-78B857E0EE9A}"/>
              </a:ext>
            </a:extLst>
          </p:cNvPr>
          <p:cNvPicPr>
            <a:picLocks noChangeAspect="1"/>
          </p:cNvPicPr>
          <p:nvPr/>
        </p:nvPicPr>
        <p:blipFill>
          <a:blip r:embed="rId4"/>
          <a:srcRect t="25" b="25"/>
          <a:stretch/>
        </p:blipFill>
        <p:spPr>
          <a:xfrm>
            <a:off x="0" y="0"/>
            <a:ext cx="12191695" cy="6858000"/>
          </a:xfrm>
          <a:prstGeom prst="rect">
            <a:avLst/>
          </a:prstGeom>
        </p:spPr>
      </p:pic>
      <p:sp>
        <p:nvSpPr>
          <p:cNvPr id="3" name="Text 0">
            <a:extLst>
              <a:ext uri="{FF2B5EF4-FFF2-40B4-BE49-F238E27FC236}">
                <a16:creationId xmlns:a16="http://schemas.microsoft.com/office/drawing/2014/main" id="{71438EEB-1016-8A51-A7EF-FE9A18A233EA}"/>
              </a:ext>
            </a:extLst>
          </p:cNvPr>
          <p:cNvSpPr/>
          <p:nvPr/>
        </p:nvSpPr>
        <p:spPr>
          <a:xfrm>
            <a:off x="502920" y="422966"/>
            <a:ext cx="2773181" cy="57138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Related Works</a:t>
            </a:r>
            <a:endParaRPr lang="en-US" sz="3200" dirty="0">
              <a:latin typeface="Times New Roman" panose="02020603050405020304" pitchFamily="18" charset="0"/>
              <a:cs typeface="Times New Roman" panose="02020603050405020304" pitchFamily="18" charset="0"/>
            </a:endParaRPr>
          </a:p>
        </p:txBody>
      </p:sp>
      <p:sp>
        <p:nvSpPr>
          <p:cNvPr id="4" name="Shape 1">
            <a:extLst>
              <a:ext uri="{FF2B5EF4-FFF2-40B4-BE49-F238E27FC236}">
                <a16:creationId xmlns:a16="http://schemas.microsoft.com/office/drawing/2014/main" id="{EE63E942-FA93-AC38-D1FF-19722344134B}"/>
              </a:ext>
            </a:extLst>
          </p:cNvPr>
          <p:cNvSpPr/>
          <p:nvPr/>
        </p:nvSpPr>
        <p:spPr>
          <a:xfrm flipV="1">
            <a:off x="777239" y="929073"/>
            <a:ext cx="2498861"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6" name="Text 3">
            <a:extLst>
              <a:ext uri="{FF2B5EF4-FFF2-40B4-BE49-F238E27FC236}">
                <a16:creationId xmlns:a16="http://schemas.microsoft.com/office/drawing/2014/main" id="{3A83FFE3-BD57-A1B4-6C41-95F2DA21B3A0}"/>
              </a:ext>
            </a:extLst>
          </p:cNvPr>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a:extLst>
              <a:ext uri="{FF2B5EF4-FFF2-40B4-BE49-F238E27FC236}">
                <a16:creationId xmlns:a16="http://schemas.microsoft.com/office/drawing/2014/main" id="{5B13694D-36AC-5D42-625E-7FE3AA0A0B0B}"/>
              </a:ext>
            </a:extLst>
          </p:cNvPr>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22</a:t>
            </a:r>
            <a:endParaRPr lang="en-US" sz="1000" dirty="0"/>
          </a:p>
        </p:txBody>
      </p:sp>
      <p:sp>
        <p:nvSpPr>
          <p:cNvPr id="5" name="TextBox 4">
            <a:extLst>
              <a:ext uri="{FF2B5EF4-FFF2-40B4-BE49-F238E27FC236}">
                <a16:creationId xmlns:a16="http://schemas.microsoft.com/office/drawing/2014/main" id="{B5B6C5FF-E167-F358-ABC3-E55945BB2451}"/>
              </a:ext>
            </a:extLst>
          </p:cNvPr>
          <p:cNvSpPr txBox="1"/>
          <p:nvPr/>
        </p:nvSpPr>
        <p:spPr>
          <a:xfrm>
            <a:off x="777239" y="1500461"/>
            <a:ext cx="10424161" cy="4893647"/>
          </a:xfrm>
          <a:prstGeom prst="rect">
            <a:avLst/>
          </a:prstGeom>
          <a:noFill/>
        </p:spPr>
        <p:txBody>
          <a:bodyPr wrap="square" rtlCol="0">
            <a:spAutoFit/>
          </a:bodyPr>
          <a:lstStyle/>
          <a:p>
            <a:r>
              <a:rPr lang="en-PS" sz="2400" dirty="0">
                <a:solidFill>
                  <a:schemeClr val="bg1"/>
                </a:solidFill>
                <a:latin typeface="Times New Roman" panose="02020603050405020304" pitchFamily="18" charset="0"/>
                <a:cs typeface="Times New Roman" panose="02020603050405020304" pitchFamily="18" charset="0"/>
              </a:rPr>
              <a:t>The main difference between "Basma" and other platforms lies in its artistic and humanistic approach. Unlike platforms that focus on news dissemination or rapid social interaction, the "Basma" project aims to document events transparently while fostering emotional connection with the viewer, making each story leave a lasting impression, another key distinction of the Basma platform is its ability to combine different forms of content within a single digital archive. Unlike many existing platforms that focus primarily on news reports, legal documentation, or media coverage, Basma integrates stories, photographs, and videos in one organized environment. The platform also allows users to contribute their own experiences through a dedicated submission form, creating a participatory space that encourages community engagement and preserves personal memories. This approach helps transform individual experiences into a lasting digital record that can be accessed by future generations.</a:t>
            </a:r>
          </a:p>
        </p:txBody>
      </p:sp>
      <p:sp>
        <p:nvSpPr>
          <p:cNvPr id="8" name="TextBox 7">
            <a:extLst>
              <a:ext uri="{FF2B5EF4-FFF2-40B4-BE49-F238E27FC236}">
                <a16:creationId xmlns:a16="http://schemas.microsoft.com/office/drawing/2014/main" id="{A1478D84-871B-F359-D47D-0212EB3D035A}"/>
              </a:ext>
            </a:extLst>
          </p:cNvPr>
          <p:cNvSpPr txBox="1"/>
          <p:nvPr/>
        </p:nvSpPr>
        <p:spPr>
          <a:xfrm>
            <a:off x="945129" y="974792"/>
            <a:ext cx="4583474" cy="584775"/>
          </a:xfrm>
          <a:prstGeom prst="rect">
            <a:avLst/>
          </a:prstGeom>
          <a:noFill/>
        </p:spPr>
        <p:txBody>
          <a:bodyPr wrap="square" rtlCol="0">
            <a:spAutoFit/>
          </a:bodyPr>
          <a:lstStyle/>
          <a:p>
            <a:r>
              <a:rPr lang="en-PS" sz="3200" b="1" u="sng" dirty="0">
                <a:solidFill>
                  <a:srgbClr val="B42632"/>
                </a:solidFill>
                <a:latin typeface="Times New Roman" panose="02020603050405020304" pitchFamily="18" charset="0"/>
                <a:cs typeface="Times New Roman" panose="02020603050405020304" pitchFamily="18" charset="0"/>
              </a:rPr>
              <a:t>The differentiations: </a:t>
            </a:r>
          </a:p>
        </p:txBody>
      </p:sp>
    </p:spTree>
    <p:extLst>
      <p:ext uri="{BB962C8B-B14F-4D97-AF65-F5344CB8AC3E}">
        <p14:creationId xmlns:p14="http://schemas.microsoft.com/office/powerpoint/2010/main" val="4268226701"/>
      </p:ext>
    </p:extLst>
  </p:cSld>
  <p:clrMapOvr>
    <a:masterClrMapping/>
  </p:clrMapOvr>
  <mc:AlternateContent xmlns:mc="http://schemas.openxmlformats.org/markup-compatibility/2006">
    <mc:Choice xmlns:p14="http://schemas.microsoft.com/office/powerpoint/2010/main" Requires="p14">
      <p:transition spd="slow" p14:dur="3000">
        <p14:gallery dir="r"/>
        <p:sndAc>
          <p:stSnd>
            <p:snd r:embed="rId3" name="hammer.wav"/>
          </p:stSnd>
        </p:sndAc>
      </p:transition>
    </mc:Choice>
    <mc:Fallback>
      <p:transition spd="slow">
        <p:fade/>
        <p:sndAc>
          <p:stSnd>
            <p:snd r:embed="rId3"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0"/>
                                        <p:tgtEl>
                                          <p:spTgt spid="8"/>
                                        </p:tgtEl>
                                      </p:cBhvr>
                                    </p:animEffect>
                                    <p:anim calcmode="lin" valueType="num">
                                      <p:cBhvr>
                                        <p:cTn id="19" dur="2000" fill="hold"/>
                                        <p:tgtEl>
                                          <p:spTgt spid="8"/>
                                        </p:tgtEl>
                                        <p:attrNameLst>
                                          <p:attrName>ppt_x</p:attrName>
                                        </p:attrNameLst>
                                      </p:cBhvr>
                                      <p:tavLst>
                                        <p:tav tm="0">
                                          <p:val>
                                            <p:strVal val="#ppt_x"/>
                                          </p:val>
                                        </p:tav>
                                        <p:tav tm="100000">
                                          <p:val>
                                            <p:strVal val="#ppt_x"/>
                                          </p:val>
                                        </p:tav>
                                      </p:tavLst>
                                    </p:anim>
                                    <p:anim calcmode="lin" valueType="num">
                                      <p:cBhvr>
                                        <p:cTn id="20" dur="2000" fill="hold"/>
                                        <p:tgtEl>
                                          <p:spTgt spid="8"/>
                                        </p:tgtEl>
                                        <p:attrNameLst>
                                          <p:attrName>ppt_y</p:attrName>
                                        </p:attrNameLst>
                                      </p:cBhvr>
                                      <p:tavLst>
                                        <p:tav tm="0">
                                          <p:val>
                                            <p:strVal val="#ppt_y+.1"/>
                                          </p:val>
                                        </p:tav>
                                        <p:tav tm="100000">
                                          <p:val>
                                            <p:strVal val="#ppt_y"/>
                                          </p:val>
                                        </p:tav>
                                      </p:tavLst>
                                    </p:anim>
                                  </p:childTnLst>
                                </p:cTn>
                              </p:par>
                            </p:childTnLst>
                          </p:cTn>
                        </p:par>
                        <p:par>
                          <p:cTn id="21" fill="hold">
                            <p:stCondLst>
                              <p:cond delay="4000"/>
                            </p:stCondLst>
                            <p:childTnLst>
                              <p:par>
                                <p:cTn id="22" presetID="21" presetClass="entr" presetSubtype="1"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E0E0E"/>
        </a:solidFill>
        <a:effectLst/>
      </p:bgPr>
    </p:bg>
    <p:spTree>
      <p:nvGrpSpPr>
        <p:cNvPr id="1" name=""/>
        <p:cNvGrpSpPr/>
        <p:nvPr/>
      </p:nvGrpSpPr>
      <p:grpSpPr>
        <a:xfrm>
          <a:off x="0" y="0"/>
          <a:ext cx="0" cy="0"/>
          <a:chOff x="0" y="0"/>
          <a:chExt cx="0" cy="0"/>
        </a:xfrm>
      </p:grpSpPr>
      <p:pic>
        <p:nvPicPr>
          <p:cNvPr id="2" name="Image 0" descr="/mnt/data/a_dark_moody_high_tech_studio_background_scene_s.png"/>
          <p:cNvPicPr>
            <a:picLocks noChangeAspect="1"/>
          </p:cNvPicPr>
          <p:nvPr/>
        </p:nvPicPr>
        <p:blipFill>
          <a:blip r:embed="rId4"/>
          <a:srcRect t="25" b="25"/>
          <a:stretch/>
        </p:blipFill>
        <p:spPr>
          <a:xfrm>
            <a:off x="0" y="0"/>
            <a:ext cx="12191695" cy="6858000"/>
          </a:xfrm>
          <a:prstGeom prst="rect">
            <a:avLst/>
          </a:prstGeom>
        </p:spPr>
      </p:pic>
      <p:sp>
        <p:nvSpPr>
          <p:cNvPr id="3" name="Text 0"/>
          <p:cNvSpPr/>
          <p:nvPr/>
        </p:nvSpPr>
        <p:spPr>
          <a:xfrm>
            <a:off x="451995" y="368046"/>
            <a:ext cx="3429000" cy="454914"/>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Comparison Table</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a:off x="742069" y="861822"/>
            <a:ext cx="3138925" cy="52578"/>
          </a:xfrm>
          <a:prstGeom prst="rect">
            <a:avLst/>
          </a:prstGeom>
          <a:solidFill>
            <a:srgbClr val="E63946"/>
          </a:solidFill>
          <a:ln w="12700">
            <a:solidFill>
              <a:srgbClr val="E63946"/>
            </a:solidFill>
            <a:prstDash val="solid"/>
          </a:ln>
        </p:spPr>
        <p:txBody>
          <a:bodyPr/>
          <a:lstStyle/>
          <a:p>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23</a:t>
            </a:r>
            <a:endParaRPr lang="en-US" sz="1000" dirty="0"/>
          </a:p>
        </p:txBody>
      </p:sp>
      <p:graphicFrame>
        <p:nvGraphicFramePr>
          <p:cNvPr id="48" name="Table 47">
            <a:extLst>
              <a:ext uri="{FF2B5EF4-FFF2-40B4-BE49-F238E27FC236}">
                <a16:creationId xmlns:a16="http://schemas.microsoft.com/office/drawing/2014/main" id="{F9DEE3B3-4D85-F3E9-3046-4EB7BCC19C60}"/>
              </a:ext>
            </a:extLst>
          </p:cNvPr>
          <p:cNvGraphicFramePr>
            <a:graphicFrameLocks noGrp="1"/>
          </p:cNvGraphicFramePr>
          <p:nvPr>
            <p:extLst>
              <p:ext uri="{D42A27DB-BD31-4B8C-83A1-F6EECF244321}">
                <p14:modId xmlns:p14="http://schemas.microsoft.com/office/powerpoint/2010/main" val="3095003516"/>
              </p:ext>
            </p:extLst>
          </p:nvPr>
        </p:nvGraphicFramePr>
        <p:xfrm>
          <a:off x="1351723" y="974481"/>
          <a:ext cx="9849677" cy="5332560"/>
        </p:xfrm>
        <a:graphic>
          <a:graphicData uri="http://schemas.openxmlformats.org/drawingml/2006/table">
            <a:tbl>
              <a:tblPr rtl="1" firstRow="1" firstCol="1" bandRow="1">
                <a:tableStyleId>{8799B23B-EC83-4686-B30A-512413B5E67A}</a:tableStyleId>
              </a:tblPr>
              <a:tblGrid>
                <a:gridCol w="926181">
                  <a:extLst>
                    <a:ext uri="{9D8B030D-6E8A-4147-A177-3AD203B41FA5}">
                      <a16:colId xmlns:a16="http://schemas.microsoft.com/office/drawing/2014/main" val="2634524976"/>
                    </a:ext>
                  </a:extLst>
                </a:gridCol>
                <a:gridCol w="1163725">
                  <a:extLst>
                    <a:ext uri="{9D8B030D-6E8A-4147-A177-3AD203B41FA5}">
                      <a16:colId xmlns:a16="http://schemas.microsoft.com/office/drawing/2014/main" val="1490889345"/>
                    </a:ext>
                  </a:extLst>
                </a:gridCol>
                <a:gridCol w="1324489">
                  <a:extLst>
                    <a:ext uri="{9D8B030D-6E8A-4147-A177-3AD203B41FA5}">
                      <a16:colId xmlns:a16="http://schemas.microsoft.com/office/drawing/2014/main" val="3692768979"/>
                    </a:ext>
                  </a:extLst>
                </a:gridCol>
                <a:gridCol w="1434862">
                  <a:extLst>
                    <a:ext uri="{9D8B030D-6E8A-4147-A177-3AD203B41FA5}">
                      <a16:colId xmlns:a16="http://schemas.microsoft.com/office/drawing/2014/main" val="2378980584"/>
                    </a:ext>
                  </a:extLst>
                </a:gridCol>
                <a:gridCol w="1168525">
                  <a:extLst>
                    <a:ext uri="{9D8B030D-6E8A-4147-A177-3AD203B41FA5}">
                      <a16:colId xmlns:a16="http://schemas.microsoft.com/office/drawing/2014/main" val="1388687658"/>
                    </a:ext>
                  </a:extLst>
                </a:gridCol>
                <a:gridCol w="1771981">
                  <a:extLst>
                    <a:ext uri="{9D8B030D-6E8A-4147-A177-3AD203B41FA5}">
                      <a16:colId xmlns:a16="http://schemas.microsoft.com/office/drawing/2014/main" val="2237574740"/>
                    </a:ext>
                  </a:extLst>
                </a:gridCol>
                <a:gridCol w="2059914">
                  <a:extLst>
                    <a:ext uri="{9D8B030D-6E8A-4147-A177-3AD203B41FA5}">
                      <a16:colId xmlns:a16="http://schemas.microsoft.com/office/drawing/2014/main" val="2689833536"/>
                    </a:ext>
                  </a:extLst>
                </a:gridCol>
              </a:tblGrid>
              <a:tr h="725049">
                <a:tc>
                  <a:txBody>
                    <a:bodyPr/>
                    <a:lstStyle/>
                    <a:p>
                      <a:pPr algn="ctr" rtl="0">
                        <a:buNone/>
                      </a:pPr>
                      <a:r>
                        <a:rPr lang="en-PS" sz="1800" dirty="0">
                          <a:solidFill>
                            <a:schemeClr val="bg1"/>
                          </a:solidFill>
                          <a:effectLst/>
                          <a:latin typeface="Times New Roman" panose="02020603050405020304" pitchFamily="18" charset="0"/>
                          <a:cs typeface="Times New Roman" panose="02020603050405020304" pitchFamily="18" charset="0"/>
                        </a:rPr>
                        <a:t>Basma</a:t>
                      </a:r>
                      <a:endParaRPr lang="en-P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B42632"/>
                    </a:solidFill>
                  </a:tcPr>
                </a:tc>
                <a:tc>
                  <a:txBody>
                    <a:bodyPr/>
                    <a:lstStyle/>
                    <a:p>
                      <a:pPr algn="ctr" rtl="0">
                        <a:buNone/>
                      </a:pPr>
                      <a:r>
                        <a:rPr lang="en-PS" sz="1800" dirty="0">
                          <a:solidFill>
                            <a:schemeClr val="bg1"/>
                          </a:solidFill>
                          <a:effectLst/>
                          <a:latin typeface="Times New Roman" panose="02020603050405020304" pitchFamily="18" charset="0"/>
                          <a:cs typeface="Times New Roman" panose="02020603050405020304" pitchFamily="18" charset="0"/>
                        </a:rPr>
                        <a:t>Human Rights Watch</a:t>
                      </a:r>
                      <a:endParaRPr lang="en-P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B42632"/>
                    </a:solidFill>
                  </a:tcPr>
                </a:tc>
                <a:tc>
                  <a:txBody>
                    <a:bodyPr/>
                    <a:lstStyle/>
                    <a:p>
                      <a:pPr algn="ctr" rtl="0">
                        <a:buNone/>
                      </a:pPr>
                      <a:r>
                        <a:rPr lang="en-PS" sz="1800" dirty="0">
                          <a:solidFill>
                            <a:schemeClr val="bg1"/>
                          </a:solidFill>
                          <a:effectLst/>
                          <a:latin typeface="Times New Roman" panose="02020603050405020304" pitchFamily="18" charset="0"/>
                          <a:cs typeface="Times New Roman" panose="02020603050405020304" pitchFamily="18" charset="0"/>
                        </a:rPr>
                        <a:t>Euro-Med</a:t>
                      </a:r>
                      <a:endParaRPr lang="en-P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B42632"/>
                    </a:solidFill>
                  </a:tcPr>
                </a:tc>
                <a:tc>
                  <a:txBody>
                    <a:bodyPr/>
                    <a:lstStyle/>
                    <a:p>
                      <a:pPr algn="ctr" rtl="0">
                        <a:buNone/>
                      </a:pPr>
                      <a:r>
                        <a:rPr lang="en-PS" sz="1800" dirty="0">
                          <a:solidFill>
                            <a:schemeClr val="bg1"/>
                          </a:solidFill>
                          <a:effectLst/>
                          <a:latin typeface="Times New Roman" panose="02020603050405020304" pitchFamily="18" charset="0"/>
                          <a:cs typeface="Times New Roman" panose="02020603050405020304" pitchFamily="18" charset="0"/>
                        </a:rPr>
                        <a:t>WAFA</a:t>
                      </a:r>
                      <a:endParaRPr lang="en-P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B42632"/>
                    </a:solidFill>
                  </a:tcPr>
                </a:tc>
                <a:tc>
                  <a:txBody>
                    <a:bodyPr/>
                    <a:lstStyle/>
                    <a:p>
                      <a:pPr algn="ctr" rtl="0">
                        <a:buNone/>
                      </a:pPr>
                      <a:r>
                        <a:rPr lang="en-PS" sz="1800" dirty="0">
                          <a:solidFill>
                            <a:schemeClr val="bg1"/>
                          </a:solidFill>
                          <a:effectLst/>
                          <a:latin typeface="Times New Roman" panose="02020603050405020304" pitchFamily="18" charset="0"/>
                          <a:cs typeface="Times New Roman" panose="02020603050405020304" pitchFamily="18" charset="0"/>
                        </a:rPr>
                        <a:t>Al Jazeera</a:t>
                      </a:r>
                      <a:endParaRPr lang="en-P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B42632"/>
                    </a:solidFill>
                  </a:tcPr>
                </a:tc>
                <a:tc>
                  <a:txBody>
                    <a:bodyPr/>
                    <a:lstStyle/>
                    <a:p>
                      <a:pPr algn="ctr" rtl="0">
                        <a:buNone/>
                      </a:pPr>
                      <a:r>
                        <a:rPr lang="en-PS" sz="1800" dirty="0">
                          <a:solidFill>
                            <a:schemeClr val="bg1"/>
                          </a:solidFill>
                          <a:effectLst/>
                          <a:latin typeface="Times New Roman" panose="02020603050405020304" pitchFamily="18" charset="0"/>
                          <a:cs typeface="Times New Roman" panose="02020603050405020304" pitchFamily="18" charset="0"/>
                        </a:rPr>
                        <a:t>CDMC Gaza</a:t>
                      </a:r>
                      <a:endParaRPr lang="en-P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B42632"/>
                    </a:solidFill>
                  </a:tcPr>
                </a:tc>
                <a:tc>
                  <a:txBody>
                    <a:bodyPr/>
                    <a:lstStyle/>
                    <a:p>
                      <a:pPr algn="ctr" rtl="0">
                        <a:buNone/>
                      </a:pPr>
                      <a:r>
                        <a:rPr lang="en-PS" sz="1800" dirty="0">
                          <a:solidFill>
                            <a:schemeClr val="bg1"/>
                          </a:solidFill>
                          <a:effectLst/>
                          <a:latin typeface="Times New Roman" panose="02020603050405020304" pitchFamily="18" charset="0"/>
                          <a:cs typeface="Times New Roman" panose="02020603050405020304" pitchFamily="18" charset="0"/>
                        </a:rPr>
                        <a:t>Feature</a:t>
                      </a:r>
                      <a:endParaRPr lang="en-P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B42632"/>
                    </a:solidFill>
                  </a:tcPr>
                </a:tc>
                <a:extLst>
                  <a:ext uri="{0D108BD9-81ED-4DB2-BD59-A6C34878D82A}">
                    <a16:rowId xmlns:a16="http://schemas.microsoft.com/office/drawing/2014/main" val="522031085"/>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Human Stories Documentation</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207571488"/>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Photo Content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877015711"/>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Video Content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548130466"/>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User Story Submission</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2161373746"/>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Limited</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Multimedia Integration</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2187660583"/>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Categorized Content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2913226206"/>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Digital Memory Preservation</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910103822"/>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Public Accessibility</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466702201"/>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Limited</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Interactive User Experience</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591096919"/>
                  </a:ext>
                </a:extLst>
              </a:tr>
              <a:tr h="396000">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Administrative Content Management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10993896"/>
                  </a:ext>
                </a:extLst>
              </a:tr>
              <a:tr h="396000">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a:solidFill>
                            <a:schemeClr val="bg1"/>
                          </a:solidFill>
                          <a:effectLst/>
                          <a:latin typeface="Times New Roman" panose="02020603050405020304" pitchFamily="18" charset="0"/>
                          <a:cs typeface="Times New Roman" panose="02020603050405020304" pitchFamily="18" charset="0"/>
                        </a:rPr>
                        <a:t>✗</a:t>
                      </a:r>
                      <a:endParaRPr lang="en-PS" sz="20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tc>
                  <a:txBody>
                    <a:bodyPr/>
                    <a:lstStyle/>
                    <a:p>
                      <a:pPr algn="ctr" rtl="0">
                        <a:buNone/>
                      </a:pPr>
                      <a:r>
                        <a:rPr lang="en-PS" sz="1400" dirty="0">
                          <a:solidFill>
                            <a:schemeClr val="bg1"/>
                          </a:solidFill>
                          <a:effectLst/>
                          <a:latin typeface="Times New Roman" panose="02020603050405020304" pitchFamily="18" charset="0"/>
                          <a:cs typeface="Times New Roman" panose="02020603050405020304" pitchFamily="18" charset="0"/>
                        </a:rPr>
                        <a:t>Story, Photo and Video Upload by Users</a:t>
                      </a:r>
                      <a:endParaRPr lang="en-P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4134071403"/>
                  </a:ext>
                </a:extLst>
              </a:tr>
            </a:tbl>
          </a:graphicData>
        </a:graphic>
      </p:graphicFrame>
      <p:sp>
        <p:nvSpPr>
          <p:cNvPr id="5" name="Right Arrow 4">
            <a:hlinkClick r:id="rId5" action="ppaction://hlinksldjump"/>
            <a:extLst>
              <a:ext uri="{FF2B5EF4-FFF2-40B4-BE49-F238E27FC236}">
                <a16:creationId xmlns:a16="http://schemas.microsoft.com/office/drawing/2014/main" id="{F040B453-D1B1-8939-72F9-3AB4FDDF56FB}"/>
              </a:ext>
            </a:extLst>
          </p:cNvPr>
          <p:cNvSpPr/>
          <p:nvPr/>
        </p:nvSpPr>
        <p:spPr>
          <a:xfrm rot="10800000">
            <a:off x="241222" y="6048753"/>
            <a:ext cx="749377" cy="30342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4="http://schemas.microsoft.com/office/powerpoint/2010/main" Requires="p14">
      <p:transition spd="slow" p14:dur="3000">
        <p14:gallery dir="r"/>
        <p:sndAc>
          <p:stSnd>
            <p:snd r:embed="rId3" name="bomb.wav"/>
          </p:stSnd>
        </p:sndAc>
      </p:transition>
    </mc:Choice>
    <mc:Fallback>
      <p:transition spd="slow">
        <p:fade/>
        <p:sndAc>
          <p:stSnd>
            <p:snd r:embed="rId3"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42" presetClass="entr" presetSubtype="0" fill="hold" nodeType="after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2000"/>
                                        <p:tgtEl>
                                          <p:spTgt spid="48"/>
                                        </p:tgtEl>
                                      </p:cBhvr>
                                    </p:animEffect>
                                    <p:anim calcmode="lin" valueType="num">
                                      <p:cBhvr>
                                        <p:cTn id="19" dur="2000" fill="hold"/>
                                        <p:tgtEl>
                                          <p:spTgt spid="48"/>
                                        </p:tgtEl>
                                        <p:attrNameLst>
                                          <p:attrName>ppt_x</p:attrName>
                                        </p:attrNameLst>
                                      </p:cBhvr>
                                      <p:tavLst>
                                        <p:tav tm="0">
                                          <p:val>
                                            <p:strVal val="#ppt_x"/>
                                          </p:val>
                                        </p:tav>
                                        <p:tav tm="100000">
                                          <p:val>
                                            <p:strVal val="#ppt_x"/>
                                          </p:val>
                                        </p:tav>
                                      </p:tavLst>
                                    </p:anim>
                                    <p:anim calcmode="lin" valueType="num">
                                      <p:cBhvr>
                                        <p:cTn id="20" dur="2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624840" y="452628"/>
            <a:ext cx="3749040" cy="466344"/>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Technologies &amp; Tools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flipV="1">
            <a:off x="624840" y="895218"/>
            <a:ext cx="3749040" cy="45719"/>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Basmah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24</a:t>
            </a:r>
            <a:endParaRPr lang="en-US" sz="1000" dirty="0"/>
          </a:p>
        </p:txBody>
      </p:sp>
      <p:pic>
        <p:nvPicPr>
          <p:cNvPr id="14" name="Picture 13">
            <a:extLst>
              <a:ext uri="{FF2B5EF4-FFF2-40B4-BE49-F238E27FC236}">
                <a16:creationId xmlns:a16="http://schemas.microsoft.com/office/drawing/2014/main" id="{E71AD978-5ED3-6B5A-036C-C5CCDDA31B36}"/>
              </a:ext>
            </a:extLst>
          </p:cNvPr>
          <p:cNvPicPr>
            <a:picLocks noChangeAspect="1"/>
          </p:cNvPicPr>
          <p:nvPr/>
        </p:nvPicPr>
        <p:blipFill>
          <a:blip r:embed="rId4"/>
          <a:stretch>
            <a:fillRect/>
          </a:stretch>
        </p:blipFill>
        <p:spPr>
          <a:xfrm>
            <a:off x="89358" y="3429000"/>
            <a:ext cx="2425134" cy="2751515"/>
          </a:xfrm>
          <a:prstGeom prst="rect">
            <a:avLst/>
          </a:prstGeom>
        </p:spPr>
      </p:pic>
      <p:graphicFrame>
        <p:nvGraphicFramePr>
          <p:cNvPr id="12" name="Diagram 11">
            <a:extLst>
              <a:ext uri="{FF2B5EF4-FFF2-40B4-BE49-F238E27FC236}">
                <a16:creationId xmlns:a16="http://schemas.microsoft.com/office/drawing/2014/main" id="{868EBA2B-C707-6836-C5DD-F5BF8C88C37C}"/>
              </a:ext>
            </a:extLst>
          </p:cNvPr>
          <p:cNvGraphicFramePr/>
          <p:nvPr>
            <p:extLst>
              <p:ext uri="{D42A27DB-BD31-4B8C-83A1-F6EECF244321}">
                <p14:modId xmlns:p14="http://schemas.microsoft.com/office/powerpoint/2010/main" val="2412297995"/>
              </p:ext>
            </p:extLst>
          </p:nvPr>
        </p:nvGraphicFramePr>
        <p:xfrm>
          <a:off x="2762075" y="918077"/>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Right Arrow 3">
            <a:hlinkClick r:id="rId10" action="ppaction://hlinksldjump"/>
            <a:extLst>
              <a:ext uri="{FF2B5EF4-FFF2-40B4-BE49-F238E27FC236}">
                <a16:creationId xmlns:a16="http://schemas.microsoft.com/office/drawing/2014/main" id="{3AE12C9F-C4B3-4659-C6C6-3F176884CAA4}"/>
              </a:ext>
            </a:extLst>
          </p:cNvPr>
          <p:cNvSpPr/>
          <p:nvPr/>
        </p:nvSpPr>
        <p:spPr>
          <a:xfrm rot="10800000">
            <a:off x="135078" y="6263639"/>
            <a:ext cx="771148" cy="182881"/>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4="http://schemas.microsoft.com/office/powerpoint/2010/main" Requires="p14">
      <p:transition spd="slow" p14:dur="3000">
        <p:dissolve/>
        <p:sndAc>
          <p:stSnd>
            <p:snd r:embed="rId3" name="arrow.wav"/>
          </p:stSnd>
        </p:sndAc>
      </p:transition>
    </mc:Choice>
    <mc:Fallback>
      <p:transition spd="slow">
        <p:dissolve/>
        <p:sndAc>
          <p:stSnd>
            <p:snd r:embed="rId3"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55" presetClass="entr" presetSubtype="0"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3000" fill="hold"/>
                                        <p:tgtEl>
                                          <p:spTgt spid="12"/>
                                        </p:tgtEl>
                                        <p:attrNameLst>
                                          <p:attrName>ppt_w</p:attrName>
                                        </p:attrNameLst>
                                      </p:cBhvr>
                                      <p:tavLst>
                                        <p:tav tm="0">
                                          <p:val>
                                            <p:strVal val="#ppt_w*0.70"/>
                                          </p:val>
                                        </p:tav>
                                        <p:tav tm="100000">
                                          <p:val>
                                            <p:strVal val="#ppt_w"/>
                                          </p:val>
                                        </p:tav>
                                      </p:tavLst>
                                    </p:anim>
                                    <p:anim calcmode="lin" valueType="num">
                                      <p:cBhvr>
                                        <p:cTn id="19" dur="3000" fill="hold"/>
                                        <p:tgtEl>
                                          <p:spTgt spid="12"/>
                                        </p:tgtEl>
                                        <p:attrNameLst>
                                          <p:attrName>ppt_h</p:attrName>
                                        </p:attrNameLst>
                                      </p:cBhvr>
                                      <p:tavLst>
                                        <p:tav tm="0">
                                          <p:val>
                                            <p:strVal val="#ppt_h"/>
                                          </p:val>
                                        </p:tav>
                                        <p:tav tm="100000">
                                          <p:val>
                                            <p:strVal val="#ppt_h"/>
                                          </p:val>
                                        </p:tav>
                                      </p:tavLst>
                                    </p:anim>
                                    <p:animEffect transition="in" filter="fade">
                                      <p:cBhvr>
                                        <p:cTn id="20" dur="3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12"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502920" y="395478"/>
            <a:ext cx="4689281" cy="45262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Implementation Highlights</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a:off x="502920" y="904742"/>
            <a:ext cx="4689280" cy="45719"/>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25</a:t>
            </a:r>
            <a:endParaRPr lang="en-US" sz="1000" dirty="0"/>
          </a:p>
        </p:txBody>
      </p:sp>
      <p:pic>
        <p:nvPicPr>
          <p:cNvPr id="16" name="Picture 15">
            <a:extLst>
              <a:ext uri="{FF2B5EF4-FFF2-40B4-BE49-F238E27FC236}">
                <a16:creationId xmlns:a16="http://schemas.microsoft.com/office/drawing/2014/main" id="{9E50CABF-8826-EF5C-31B1-37F978E0F377}"/>
              </a:ext>
            </a:extLst>
          </p:cNvPr>
          <p:cNvPicPr>
            <a:picLocks noChangeAspect="1"/>
          </p:cNvPicPr>
          <p:nvPr/>
        </p:nvPicPr>
        <p:blipFill>
          <a:blip r:embed="rId4"/>
          <a:stretch>
            <a:fillRect/>
          </a:stretch>
        </p:blipFill>
        <p:spPr>
          <a:xfrm>
            <a:off x="4156" y="3036405"/>
            <a:ext cx="2906251" cy="3297382"/>
          </a:xfrm>
          <a:prstGeom prst="rect">
            <a:avLst/>
          </a:prstGeom>
        </p:spPr>
      </p:pic>
      <p:graphicFrame>
        <p:nvGraphicFramePr>
          <p:cNvPr id="14" name="Diagram 13">
            <a:extLst>
              <a:ext uri="{FF2B5EF4-FFF2-40B4-BE49-F238E27FC236}">
                <a16:creationId xmlns:a16="http://schemas.microsoft.com/office/drawing/2014/main" id="{48CC3BA7-B227-777B-C941-03842CD2E13F}"/>
              </a:ext>
            </a:extLst>
          </p:cNvPr>
          <p:cNvGraphicFramePr/>
          <p:nvPr>
            <p:extLst>
              <p:ext uri="{D42A27DB-BD31-4B8C-83A1-F6EECF244321}">
                <p14:modId xmlns:p14="http://schemas.microsoft.com/office/powerpoint/2010/main" val="3774836432"/>
              </p:ext>
            </p:extLst>
          </p:nvPr>
        </p:nvGraphicFramePr>
        <p:xfrm>
          <a:off x="2847560" y="1073573"/>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sndAc>
          <p:stSnd>
            <p:snd r:embed="rId3" name="drumroll.wav"/>
          </p:stSnd>
        </p:sndAc>
      </p:transition>
    </mc:Choice>
    <mc:Fallback>
      <p:transition spd="slow">
        <p:fade/>
        <p:sndAc>
          <p:stSnd>
            <p:snd r:embed="rId3" name="drumroll.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0"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edge">
                                      <p:cBhvr>
                                        <p:cTn id="18"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14"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a:extLst>
            <a:ext uri="{FF2B5EF4-FFF2-40B4-BE49-F238E27FC236}">
              <a16:creationId xmlns:a16="http://schemas.microsoft.com/office/drawing/2014/main" id="{49EC04B8-0371-D3FA-5826-AD8C4DC844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1D3CB9-9DA7-1CCC-D59C-33EAD20B1F46}"/>
              </a:ext>
            </a:extLst>
          </p:cNvPr>
          <p:cNvSpPr/>
          <p:nvPr/>
        </p:nvSpPr>
        <p:spPr>
          <a:xfrm>
            <a:off x="502920" y="395478"/>
            <a:ext cx="4689281" cy="45262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Implementation Highlights</a:t>
            </a:r>
            <a:endParaRPr lang="en-US" sz="3200" dirty="0">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57D7DE32-6C00-A2B8-81D2-72E4966299D9}"/>
              </a:ext>
            </a:extLst>
          </p:cNvPr>
          <p:cNvSpPr/>
          <p:nvPr/>
        </p:nvSpPr>
        <p:spPr>
          <a:xfrm>
            <a:off x="502920" y="904742"/>
            <a:ext cx="4689280" cy="45719"/>
          </a:xfrm>
          <a:prstGeom prst="rect">
            <a:avLst/>
          </a:prstGeom>
          <a:solidFill>
            <a:srgbClr val="E63946"/>
          </a:solidFill>
          <a:ln w="12700">
            <a:solidFill>
              <a:srgbClr val="E63946"/>
            </a:solidFill>
            <a:prstDash val="solid"/>
          </a:ln>
        </p:spPr>
        <p:txBody>
          <a:bodyPr/>
          <a:lstStyle/>
          <a:p>
            <a:endParaRPr lang="en-PS"/>
          </a:p>
        </p:txBody>
      </p:sp>
      <p:sp>
        <p:nvSpPr>
          <p:cNvPr id="5" name="Text 3">
            <a:extLst>
              <a:ext uri="{FF2B5EF4-FFF2-40B4-BE49-F238E27FC236}">
                <a16:creationId xmlns:a16="http://schemas.microsoft.com/office/drawing/2014/main" id="{7BF927C1-2B4A-BB75-26CB-3C5D3828928D}"/>
              </a:ext>
            </a:extLst>
          </p:cNvPr>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a:extLst>
              <a:ext uri="{FF2B5EF4-FFF2-40B4-BE49-F238E27FC236}">
                <a16:creationId xmlns:a16="http://schemas.microsoft.com/office/drawing/2014/main" id="{AA149F55-B28C-3838-BFF3-9EA1390CC669}"/>
              </a:ext>
            </a:extLst>
          </p:cNvPr>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26</a:t>
            </a:r>
            <a:endParaRPr lang="en-US" sz="1000" dirty="0"/>
          </a:p>
        </p:txBody>
      </p:sp>
      <p:pic>
        <p:nvPicPr>
          <p:cNvPr id="7" name="Picture 6">
            <a:extLst>
              <a:ext uri="{FF2B5EF4-FFF2-40B4-BE49-F238E27FC236}">
                <a16:creationId xmlns:a16="http://schemas.microsoft.com/office/drawing/2014/main" id="{4F115846-A791-2143-D732-3CAC29C0A15B}"/>
              </a:ext>
            </a:extLst>
          </p:cNvPr>
          <p:cNvPicPr>
            <a:picLocks noChangeAspect="1"/>
          </p:cNvPicPr>
          <p:nvPr/>
        </p:nvPicPr>
        <p:blipFill>
          <a:blip r:embed="rId4"/>
          <a:stretch>
            <a:fillRect/>
          </a:stretch>
        </p:blipFill>
        <p:spPr>
          <a:xfrm>
            <a:off x="193909" y="3333379"/>
            <a:ext cx="2653651" cy="3010786"/>
          </a:xfrm>
          <a:prstGeom prst="rect">
            <a:avLst/>
          </a:prstGeom>
        </p:spPr>
      </p:pic>
      <p:graphicFrame>
        <p:nvGraphicFramePr>
          <p:cNvPr id="14" name="Diagram 13">
            <a:extLst>
              <a:ext uri="{FF2B5EF4-FFF2-40B4-BE49-F238E27FC236}">
                <a16:creationId xmlns:a16="http://schemas.microsoft.com/office/drawing/2014/main" id="{FD9698B3-3EE9-43DA-91EE-F093CBDE139E}"/>
              </a:ext>
            </a:extLst>
          </p:cNvPr>
          <p:cNvGraphicFramePr/>
          <p:nvPr>
            <p:extLst>
              <p:ext uri="{D42A27DB-BD31-4B8C-83A1-F6EECF244321}">
                <p14:modId xmlns:p14="http://schemas.microsoft.com/office/powerpoint/2010/main" val="1952449425"/>
              </p:ext>
            </p:extLst>
          </p:nvPr>
        </p:nvGraphicFramePr>
        <p:xfrm>
          <a:off x="2847560" y="1073573"/>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374062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sndAc>
          <p:stSnd>
            <p:snd r:embed="rId3" name="drumroll.wav"/>
          </p:stSnd>
        </p:sndAc>
      </p:transition>
    </mc:Choice>
    <mc:Fallback>
      <p:transition spd="slow">
        <p:fade/>
        <p:sndAc>
          <p:stSnd>
            <p:snd r:embed="rId3" name="drumroll.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0"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edge">
                                      <p:cBhvr>
                                        <p:cTn id="18"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14"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705611" y="546354"/>
            <a:ext cx="3252217" cy="46177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Testing Summary</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flipV="1">
            <a:off x="1005839" y="1026415"/>
            <a:ext cx="2790306" cy="45719"/>
          </a:xfrm>
          <a:prstGeom prst="rect">
            <a:avLst/>
          </a:prstGeom>
          <a:solidFill>
            <a:srgbClr val="E63946"/>
          </a:solidFill>
          <a:ln w="12700">
            <a:solidFill>
              <a:srgbClr val="E63946"/>
            </a:solidFill>
            <a:prstDash val="solid"/>
          </a:ln>
        </p:spPr>
        <p:txBody>
          <a:bodyPr/>
          <a:lstStyle/>
          <a:p>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27</a:t>
            </a:r>
            <a:endParaRPr lang="en-US" sz="1000" dirty="0"/>
          </a:p>
        </p:txBody>
      </p:sp>
      <p:graphicFrame>
        <p:nvGraphicFramePr>
          <p:cNvPr id="23" name="Table 22">
            <a:extLst>
              <a:ext uri="{FF2B5EF4-FFF2-40B4-BE49-F238E27FC236}">
                <a16:creationId xmlns:a16="http://schemas.microsoft.com/office/drawing/2014/main" id="{3F4484A9-6A97-FCC3-03BB-6F8942DB1ED2}"/>
              </a:ext>
            </a:extLst>
          </p:cNvPr>
          <p:cNvGraphicFramePr>
            <a:graphicFrameLocks noGrp="1"/>
          </p:cNvGraphicFramePr>
          <p:nvPr>
            <p:extLst>
              <p:ext uri="{D42A27DB-BD31-4B8C-83A1-F6EECF244321}">
                <p14:modId xmlns:p14="http://schemas.microsoft.com/office/powerpoint/2010/main" val="1283539089"/>
              </p:ext>
            </p:extLst>
          </p:nvPr>
        </p:nvGraphicFramePr>
        <p:xfrm>
          <a:off x="1744700" y="1338347"/>
          <a:ext cx="9456700" cy="4896000"/>
        </p:xfrm>
        <a:graphic>
          <a:graphicData uri="http://schemas.openxmlformats.org/drawingml/2006/table">
            <a:tbl>
              <a:tblPr firstRow="1" bandRow="1">
                <a:tableStyleId>{5C22544A-7EE6-4342-B048-85BDC9FD1C3A}</a:tableStyleId>
              </a:tblPr>
              <a:tblGrid>
                <a:gridCol w="4728350">
                  <a:extLst>
                    <a:ext uri="{9D8B030D-6E8A-4147-A177-3AD203B41FA5}">
                      <a16:colId xmlns:a16="http://schemas.microsoft.com/office/drawing/2014/main" val="3424187926"/>
                    </a:ext>
                  </a:extLst>
                </a:gridCol>
                <a:gridCol w="4728350">
                  <a:extLst>
                    <a:ext uri="{9D8B030D-6E8A-4147-A177-3AD203B41FA5}">
                      <a16:colId xmlns:a16="http://schemas.microsoft.com/office/drawing/2014/main" val="2104125715"/>
                    </a:ext>
                  </a:extLst>
                </a:gridCol>
              </a:tblGrid>
              <a:tr h="612000">
                <a:tc>
                  <a:txBody>
                    <a:bodyPr/>
                    <a:lstStyle/>
                    <a:p>
                      <a:pPr algn="ctr"/>
                      <a:r>
                        <a:rPr lang="en-PS" sz="2400" dirty="0">
                          <a:latin typeface="Times New Roman" panose="02020603050405020304" pitchFamily="18" charset="0"/>
                          <a:cs typeface="Times New Roman" panose="02020603050405020304" pitchFamily="18" charset="0"/>
                        </a:rPr>
                        <a:t>Testing Area</a:t>
                      </a:r>
                    </a:p>
                  </a:txBody>
                  <a:tcPr anchor="ctr">
                    <a:solidFill>
                      <a:srgbClr val="B42632"/>
                    </a:solidFill>
                  </a:tcPr>
                </a:tc>
                <a:tc>
                  <a:txBody>
                    <a:bodyPr/>
                    <a:lstStyle/>
                    <a:p>
                      <a:pPr algn="ctr"/>
                      <a:r>
                        <a:rPr lang="en-PS" sz="2400" dirty="0">
                          <a:latin typeface="Times New Roman" panose="02020603050405020304" pitchFamily="18" charset="0"/>
                          <a:cs typeface="Times New Roman" panose="02020603050405020304" pitchFamily="18" charset="0"/>
                        </a:rPr>
                        <a:t>Result</a:t>
                      </a:r>
                    </a:p>
                  </a:txBody>
                  <a:tcPr anchor="ctr">
                    <a:solidFill>
                      <a:srgbClr val="B42632"/>
                    </a:solidFill>
                  </a:tcPr>
                </a:tc>
                <a:extLst>
                  <a:ext uri="{0D108BD9-81ED-4DB2-BD59-A6C34878D82A}">
                    <a16:rowId xmlns:a16="http://schemas.microsoft.com/office/drawing/2014/main" val="3135256443"/>
                  </a:ext>
                </a:extLst>
              </a:tr>
              <a:tr h="612000">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Login &amp; Access Control</a:t>
                      </a:r>
                    </a:p>
                  </a:txBody>
                  <a:tcPr anchor="ctr">
                    <a:solidFill>
                      <a:schemeClr val="tx1"/>
                    </a:solidFill>
                  </a:tcPr>
                </a:tc>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Passed</a:t>
                      </a:r>
                    </a:p>
                  </a:txBody>
                  <a:tcPr anchor="ctr">
                    <a:solidFill>
                      <a:schemeClr val="tx1"/>
                    </a:solidFill>
                  </a:tcPr>
                </a:tc>
                <a:extLst>
                  <a:ext uri="{0D108BD9-81ED-4DB2-BD59-A6C34878D82A}">
                    <a16:rowId xmlns:a16="http://schemas.microsoft.com/office/drawing/2014/main" val="3082883194"/>
                  </a:ext>
                </a:extLst>
              </a:tr>
              <a:tr h="612000">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Story CRUd</a:t>
                      </a:r>
                    </a:p>
                  </a:txBody>
                  <a:tcPr anchor="ctr">
                    <a:solidFill>
                      <a:schemeClr val="tx1"/>
                    </a:solidFill>
                  </a:tcPr>
                </a:tc>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Passed</a:t>
                      </a:r>
                    </a:p>
                  </a:txBody>
                  <a:tcPr anchor="ctr">
                    <a:solidFill>
                      <a:schemeClr val="tx1"/>
                    </a:solidFill>
                  </a:tcPr>
                </a:tc>
                <a:extLst>
                  <a:ext uri="{0D108BD9-81ED-4DB2-BD59-A6C34878D82A}">
                    <a16:rowId xmlns:a16="http://schemas.microsoft.com/office/drawing/2014/main" val="353792636"/>
                  </a:ext>
                </a:extLst>
              </a:tr>
              <a:tr h="612000">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Video Upload &amp; display</a:t>
                      </a:r>
                    </a:p>
                  </a:txBody>
                  <a:tcPr anchor="ctr">
                    <a:solidFill>
                      <a:schemeClr val="tx1"/>
                    </a:solidFill>
                  </a:tcPr>
                </a:tc>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Passed</a:t>
                      </a:r>
                    </a:p>
                  </a:txBody>
                  <a:tcPr anchor="ctr">
                    <a:solidFill>
                      <a:schemeClr val="tx1"/>
                    </a:solidFill>
                  </a:tcPr>
                </a:tc>
                <a:extLst>
                  <a:ext uri="{0D108BD9-81ED-4DB2-BD59-A6C34878D82A}">
                    <a16:rowId xmlns:a16="http://schemas.microsoft.com/office/drawing/2014/main" val="1073780372"/>
                  </a:ext>
                </a:extLst>
              </a:tr>
              <a:tr h="612000">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Photo Upload &amp; display</a:t>
                      </a:r>
                    </a:p>
                  </a:txBody>
                  <a:tcPr anchor="ctr">
                    <a:solidFill>
                      <a:schemeClr val="tx1"/>
                    </a:solidFill>
                  </a:tcPr>
                </a:tc>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Passed</a:t>
                      </a:r>
                    </a:p>
                  </a:txBody>
                  <a:tcPr anchor="ctr">
                    <a:solidFill>
                      <a:schemeClr val="tx1"/>
                    </a:solidFill>
                  </a:tcPr>
                </a:tc>
                <a:extLst>
                  <a:ext uri="{0D108BD9-81ED-4DB2-BD59-A6C34878D82A}">
                    <a16:rowId xmlns:a16="http://schemas.microsoft.com/office/drawing/2014/main" val="1966493930"/>
                  </a:ext>
                </a:extLst>
              </a:tr>
              <a:tr h="612000">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Search &amp; Filter</a:t>
                      </a:r>
                    </a:p>
                  </a:txBody>
                  <a:tcPr anchor="ctr">
                    <a:solidFill>
                      <a:schemeClr val="tx1"/>
                    </a:solidFill>
                  </a:tcPr>
                </a:tc>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Passed</a:t>
                      </a:r>
                    </a:p>
                  </a:txBody>
                  <a:tcPr anchor="ctr">
                    <a:solidFill>
                      <a:schemeClr val="tx1"/>
                    </a:solidFill>
                  </a:tcPr>
                </a:tc>
                <a:extLst>
                  <a:ext uri="{0D108BD9-81ED-4DB2-BD59-A6C34878D82A}">
                    <a16:rowId xmlns:a16="http://schemas.microsoft.com/office/drawing/2014/main" val="3226293577"/>
                  </a:ext>
                </a:extLst>
              </a:tr>
              <a:tr h="612000">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Responsive Design</a:t>
                      </a:r>
                    </a:p>
                  </a:txBody>
                  <a:tcPr anchor="ctr">
                    <a:solidFill>
                      <a:schemeClr val="tx1"/>
                    </a:solidFill>
                  </a:tcPr>
                </a:tc>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Passed</a:t>
                      </a:r>
                    </a:p>
                  </a:txBody>
                  <a:tcPr anchor="ctr">
                    <a:solidFill>
                      <a:schemeClr val="tx1"/>
                    </a:solidFill>
                  </a:tcPr>
                </a:tc>
                <a:extLst>
                  <a:ext uri="{0D108BD9-81ED-4DB2-BD59-A6C34878D82A}">
                    <a16:rowId xmlns:a16="http://schemas.microsoft.com/office/drawing/2014/main" val="3753108195"/>
                  </a:ext>
                </a:extLst>
              </a:tr>
              <a:tr h="612000">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Error Handling</a:t>
                      </a:r>
                    </a:p>
                  </a:txBody>
                  <a:tcPr anchor="ctr">
                    <a:solidFill>
                      <a:schemeClr val="tx1"/>
                    </a:solidFill>
                  </a:tcPr>
                </a:tc>
                <a:tc>
                  <a:txBody>
                    <a:bodyPr/>
                    <a:lstStyle/>
                    <a:p>
                      <a:pPr algn="ctr"/>
                      <a:r>
                        <a:rPr lang="en-PS" sz="2400" dirty="0">
                          <a:solidFill>
                            <a:schemeClr val="bg1"/>
                          </a:solidFill>
                          <a:latin typeface="Times New Roman" panose="02020603050405020304" pitchFamily="18" charset="0"/>
                          <a:cs typeface="Times New Roman" panose="02020603050405020304" pitchFamily="18" charset="0"/>
                        </a:rPr>
                        <a:t>Passed</a:t>
                      </a:r>
                    </a:p>
                  </a:txBody>
                  <a:tcPr anchor="ctr">
                    <a:solidFill>
                      <a:schemeClr val="tx1"/>
                    </a:solidFill>
                  </a:tcPr>
                </a:tc>
                <a:extLst>
                  <a:ext uri="{0D108BD9-81ED-4DB2-BD59-A6C34878D82A}">
                    <a16:rowId xmlns:a16="http://schemas.microsoft.com/office/drawing/2014/main" val="1479260112"/>
                  </a:ext>
                </a:extLst>
              </a:tr>
            </a:tbl>
          </a:graphicData>
        </a:graphic>
      </p:graphicFrame>
      <p:sp>
        <p:nvSpPr>
          <p:cNvPr id="4" name="Right Arrow 3">
            <a:hlinkClick r:id="rId4" action="ppaction://hlinksldjump"/>
            <a:extLst>
              <a:ext uri="{FF2B5EF4-FFF2-40B4-BE49-F238E27FC236}">
                <a16:creationId xmlns:a16="http://schemas.microsoft.com/office/drawing/2014/main" id="{EDE2BC86-9804-157B-74C4-1BEC62F11DF1}"/>
              </a:ext>
            </a:extLst>
          </p:cNvPr>
          <p:cNvSpPr/>
          <p:nvPr/>
        </p:nvSpPr>
        <p:spPr>
          <a:xfrm rot="10800000">
            <a:off x="241223" y="5947887"/>
            <a:ext cx="1338943" cy="40429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mc:AlternateContent xmlns:mc="http://schemas.openxmlformats.org/markup-compatibility/2006">
    <mc:Choice xmlns:p14="http://schemas.microsoft.com/office/powerpoint/2010/main" Requires="p14">
      <p:transition spd="slow" p14:dur="3000">
        <p:wipe dir="r"/>
        <p:sndAc>
          <p:stSnd>
            <p:snd r:embed="rId3" name="wind.wav"/>
          </p:stSnd>
        </p:sndAc>
      </p:transition>
    </mc:Choice>
    <mc:Fallback>
      <p:transition spd="slow">
        <p:wipe dir="r"/>
        <p:sndAc>
          <p:stSnd>
            <p:snd r:embed="rId3" name="wind.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12" presetClass="entr" presetSubtype="4" fill="hold" nodeType="after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3000"/>
                                        <p:tgtEl>
                                          <p:spTgt spid="23"/>
                                        </p:tgtEl>
                                        <p:attrNameLst>
                                          <p:attrName>ppt_y</p:attrName>
                                        </p:attrNameLst>
                                      </p:cBhvr>
                                      <p:tavLst>
                                        <p:tav tm="0">
                                          <p:val>
                                            <p:strVal val="#ppt_y+#ppt_h*1.125000"/>
                                          </p:val>
                                        </p:tav>
                                        <p:tav tm="100000">
                                          <p:val>
                                            <p:strVal val="#ppt_y"/>
                                          </p:val>
                                        </p:tav>
                                      </p:tavLst>
                                    </p:anim>
                                    <p:animEffect transition="in" filter="wipe(up)">
                                      <p:cBhvr>
                                        <p:cTn id="19" dur="3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0E0E0E"/>
        </a:solidFill>
        <a:effectLst/>
      </p:bgPr>
    </p:bg>
    <p:spTree>
      <p:nvGrpSpPr>
        <p:cNvPr id="1" name=""/>
        <p:cNvGrpSpPr/>
        <p:nvPr/>
      </p:nvGrpSpPr>
      <p:grpSpPr>
        <a:xfrm>
          <a:off x="0" y="0"/>
          <a:ext cx="0" cy="0"/>
          <a:chOff x="0" y="0"/>
          <a:chExt cx="0" cy="0"/>
        </a:xfrm>
      </p:grpSpPr>
      <p:sp>
        <p:nvSpPr>
          <p:cNvPr id="2" name="Text 0"/>
          <p:cNvSpPr/>
          <p:nvPr/>
        </p:nvSpPr>
        <p:spPr>
          <a:xfrm>
            <a:off x="624840" y="621792"/>
            <a:ext cx="4847704" cy="452628"/>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Challenges &amp; Future Work</a:t>
            </a:r>
            <a:endParaRPr lang="en-US" sz="3200" dirty="0">
              <a:latin typeface="Times New Roman" panose="02020603050405020304" pitchFamily="18" charset="0"/>
              <a:cs typeface="Times New Roman" panose="02020603050405020304" pitchFamily="18" charset="0"/>
            </a:endParaRPr>
          </a:p>
        </p:txBody>
      </p:sp>
      <p:sp>
        <p:nvSpPr>
          <p:cNvPr id="3" name="Shape 1"/>
          <p:cNvSpPr/>
          <p:nvPr/>
        </p:nvSpPr>
        <p:spPr>
          <a:xfrm flipV="1">
            <a:off x="731520" y="1081972"/>
            <a:ext cx="4741024" cy="45719"/>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5"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6"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28</a:t>
            </a:r>
            <a:endParaRPr lang="en-US" sz="1000" dirty="0"/>
          </a:p>
        </p:txBody>
      </p:sp>
      <p:sp>
        <p:nvSpPr>
          <p:cNvPr id="7" name="Text 5"/>
          <p:cNvSpPr/>
          <p:nvPr/>
        </p:nvSpPr>
        <p:spPr>
          <a:xfrm>
            <a:off x="1147156" y="1328304"/>
            <a:ext cx="2369127" cy="455330"/>
          </a:xfrm>
          <a:prstGeom prst="rect">
            <a:avLst/>
          </a:prstGeom>
          <a:noFill/>
          <a:ln/>
        </p:spPr>
        <p:txBody>
          <a:bodyPr wrap="square" lIns="0" tIns="0" rIns="0" bIns="0" rtlCol="0" anchor="ctr"/>
          <a:lstStyle/>
          <a:p>
            <a:pPr marL="0" indent="0">
              <a:buNone/>
            </a:pPr>
            <a:r>
              <a:rPr lang="en-US" sz="2800" b="1" u="sng" dirty="0">
                <a:solidFill>
                  <a:srgbClr val="B42632"/>
                </a:solidFill>
                <a:latin typeface="Times New Roman" panose="02020603050405020304" pitchFamily="18" charset="0"/>
                <a:cs typeface="Times New Roman" panose="02020603050405020304" pitchFamily="18" charset="0"/>
              </a:rPr>
              <a:t>Challenges</a:t>
            </a:r>
            <a:r>
              <a:rPr lang="ar-SA" sz="2800" b="1" u="sng" dirty="0">
                <a:solidFill>
                  <a:srgbClr val="B42632"/>
                </a:solidFill>
                <a:latin typeface="Times New Roman" panose="02020603050405020304" pitchFamily="18" charset="0"/>
                <a:cs typeface="Times New Roman" panose="02020603050405020304" pitchFamily="18" charset="0"/>
              </a:rPr>
              <a:t>:</a:t>
            </a:r>
            <a:endParaRPr lang="en-US" sz="2800" u="sng" dirty="0">
              <a:solidFill>
                <a:srgbClr val="B42632"/>
              </a:solidFill>
              <a:latin typeface="Times New Roman" panose="02020603050405020304" pitchFamily="18" charset="0"/>
              <a:cs typeface="Times New Roman" panose="02020603050405020304" pitchFamily="18" charset="0"/>
            </a:endParaRPr>
          </a:p>
        </p:txBody>
      </p:sp>
      <p:sp>
        <p:nvSpPr>
          <p:cNvPr id="9" name="Text 7"/>
          <p:cNvSpPr/>
          <p:nvPr/>
        </p:nvSpPr>
        <p:spPr>
          <a:xfrm>
            <a:off x="7162799" y="1325395"/>
            <a:ext cx="2216727" cy="366314"/>
          </a:xfrm>
          <a:prstGeom prst="rect">
            <a:avLst/>
          </a:prstGeom>
          <a:noFill/>
          <a:ln/>
        </p:spPr>
        <p:txBody>
          <a:bodyPr wrap="square" lIns="0" tIns="0" rIns="0" bIns="0" rtlCol="0" anchor="ctr"/>
          <a:lstStyle/>
          <a:p>
            <a:pPr marL="0" indent="0" algn="r">
              <a:buNone/>
            </a:pPr>
            <a:r>
              <a:rPr lang="en-US" sz="2800" b="1" u="sng" dirty="0">
                <a:solidFill>
                  <a:srgbClr val="B42632"/>
                </a:solidFill>
                <a:latin typeface="Times New Roman" panose="02020603050405020304" pitchFamily="18" charset="0"/>
                <a:cs typeface="Times New Roman" panose="02020603050405020304" pitchFamily="18" charset="0"/>
              </a:rPr>
              <a:t>Future Work</a:t>
            </a:r>
            <a:endParaRPr lang="en-US" sz="2800" u="sng" dirty="0">
              <a:solidFill>
                <a:srgbClr val="B42632"/>
              </a:solidFill>
              <a:latin typeface="Times New Roman" panose="02020603050405020304" pitchFamily="18" charset="0"/>
              <a:cs typeface="Times New Roman" panose="02020603050405020304" pitchFamily="18" charset="0"/>
            </a:endParaRPr>
          </a:p>
        </p:txBody>
      </p:sp>
      <p:graphicFrame>
        <p:nvGraphicFramePr>
          <p:cNvPr id="11" name="Diagram 10">
            <a:extLst>
              <a:ext uri="{FF2B5EF4-FFF2-40B4-BE49-F238E27FC236}">
                <a16:creationId xmlns:a16="http://schemas.microsoft.com/office/drawing/2014/main" id="{AE0A9E70-F1B2-B6E9-63A0-6E638B2069CA}"/>
              </a:ext>
            </a:extLst>
          </p:cNvPr>
          <p:cNvGraphicFramePr/>
          <p:nvPr>
            <p:extLst>
              <p:ext uri="{D42A27DB-BD31-4B8C-83A1-F6EECF244321}">
                <p14:modId xmlns:p14="http://schemas.microsoft.com/office/powerpoint/2010/main" val="784000203"/>
              </p:ext>
            </p:extLst>
          </p:nvPr>
        </p:nvGraphicFramePr>
        <p:xfrm>
          <a:off x="731520" y="1027853"/>
          <a:ext cx="9785927"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mc:AlternateContent xmlns:mc="http://schemas.openxmlformats.org/markup-compatibility/2006">
    <mc:Choice xmlns:p14="http://schemas.microsoft.com/office/powerpoint/2010/main" Requires="p14">
      <p:transition spd="slow" p14:dur="3000">
        <p14:conveyor dir="r"/>
        <p:sndAc>
          <p:stSnd>
            <p:snd r:embed="rId3" name="wind.wav"/>
          </p:stSnd>
        </p:sndAc>
      </p:transition>
    </mc:Choice>
    <mc:Fallback>
      <p:transition spd="slow">
        <p:fade/>
        <p:sndAc>
          <p:stSnd>
            <p:snd r:embed="rId3" name="wind.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26"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80">
                                          <p:stCondLst>
                                            <p:cond delay="0"/>
                                          </p:stCondLst>
                                        </p:cTn>
                                        <p:tgtEl>
                                          <p:spTgt spid="7"/>
                                        </p:tgtEl>
                                      </p:cBhvr>
                                    </p:animEffect>
                                    <p:anim calcmode="lin" valueType="num">
                                      <p:cBhvr>
                                        <p:cTn id="19"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4" dur="26">
                                          <p:stCondLst>
                                            <p:cond delay="650"/>
                                          </p:stCondLst>
                                        </p:cTn>
                                        <p:tgtEl>
                                          <p:spTgt spid="7"/>
                                        </p:tgtEl>
                                      </p:cBhvr>
                                      <p:to x="100000" y="60000"/>
                                    </p:animScale>
                                    <p:animScale>
                                      <p:cBhvr>
                                        <p:cTn id="25" dur="166" decel="50000">
                                          <p:stCondLst>
                                            <p:cond delay="676"/>
                                          </p:stCondLst>
                                        </p:cTn>
                                        <p:tgtEl>
                                          <p:spTgt spid="7"/>
                                        </p:tgtEl>
                                      </p:cBhvr>
                                      <p:to x="100000" y="100000"/>
                                    </p:animScale>
                                    <p:animScale>
                                      <p:cBhvr>
                                        <p:cTn id="26" dur="26">
                                          <p:stCondLst>
                                            <p:cond delay="1312"/>
                                          </p:stCondLst>
                                        </p:cTn>
                                        <p:tgtEl>
                                          <p:spTgt spid="7"/>
                                        </p:tgtEl>
                                      </p:cBhvr>
                                      <p:to x="100000" y="80000"/>
                                    </p:animScale>
                                    <p:animScale>
                                      <p:cBhvr>
                                        <p:cTn id="27" dur="166" decel="50000">
                                          <p:stCondLst>
                                            <p:cond delay="1338"/>
                                          </p:stCondLst>
                                        </p:cTn>
                                        <p:tgtEl>
                                          <p:spTgt spid="7"/>
                                        </p:tgtEl>
                                      </p:cBhvr>
                                      <p:to x="100000" y="100000"/>
                                    </p:animScale>
                                    <p:animScale>
                                      <p:cBhvr>
                                        <p:cTn id="28" dur="26">
                                          <p:stCondLst>
                                            <p:cond delay="1642"/>
                                          </p:stCondLst>
                                        </p:cTn>
                                        <p:tgtEl>
                                          <p:spTgt spid="7"/>
                                        </p:tgtEl>
                                      </p:cBhvr>
                                      <p:to x="100000" y="90000"/>
                                    </p:animScale>
                                    <p:animScale>
                                      <p:cBhvr>
                                        <p:cTn id="29" dur="166" decel="50000">
                                          <p:stCondLst>
                                            <p:cond delay="1668"/>
                                          </p:stCondLst>
                                        </p:cTn>
                                        <p:tgtEl>
                                          <p:spTgt spid="7"/>
                                        </p:tgtEl>
                                      </p:cBhvr>
                                      <p:to x="100000" y="100000"/>
                                    </p:animScale>
                                    <p:animScale>
                                      <p:cBhvr>
                                        <p:cTn id="30" dur="26">
                                          <p:stCondLst>
                                            <p:cond delay="1808"/>
                                          </p:stCondLst>
                                        </p:cTn>
                                        <p:tgtEl>
                                          <p:spTgt spid="7"/>
                                        </p:tgtEl>
                                      </p:cBhvr>
                                      <p:to x="100000" y="95000"/>
                                    </p:animScale>
                                    <p:animScale>
                                      <p:cBhvr>
                                        <p:cTn id="31" dur="166" decel="50000">
                                          <p:stCondLst>
                                            <p:cond delay="1834"/>
                                          </p:stCondLst>
                                        </p:cTn>
                                        <p:tgtEl>
                                          <p:spTgt spid="7"/>
                                        </p:tgtEl>
                                      </p:cBhvr>
                                      <p:to x="100000" y="100000"/>
                                    </p:animScale>
                                  </p:childTnLst>
                                </p:cTn>
                              </p:par>
                              <p:par>
                                <p:cTn id="32" presetID="26"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down)">
                                      <p:cBhvr>
                                        <p:cTn id="34" dur="580">
                                          <p:stCondLst>
                                            <p:cond delay="0"/>
                                          </p:stCondLst>
                                        </p:cTn>
                                        <p:tgtEl>
                                          <p:spTgt spid="9"/>
                                        </p:tgtEl>
                                      </p:cBhvr>
                                    </p:animEffect>
                                    <p:anim calcmode="lin" valueType="num">
                                      <p:cBhvr>
                                        <p:cTn id="35"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40" dur="26">
                                          <p:stCondLst>
                                            <p:cond delay="650"/>
                                          </p:stCondLst>
                                        </p:cTn>
                                        <p:tgtEl>
                                          <p:spTgt spid="9"/>
                                        </p:tgtEl>
                                      </p:cBhvr>
                                      <p:to x="100000" y="60000"/>
                                    </p:animScale>
                                    <p:animScale>
                                      <p:cBhvr>
                                        <p:cTn id="41" dur="166" decel="50000">
                                          <p:stCondLst>
                                            <p:cond delay="676"/>
                                          </p:stCondLst>
                                        </p:cTn>
                                        <p:tgtEl>
                                          <p:spTgt spid="9"/>
                                        </p:tgtEl>
                                      </p:cBhvr>
                                      <p:to x="100000" y="100000"/>
                                    </p:animScale>
                                    <p:animScale>
                                      <p:cBhvr>
                                        <p:cTn id="42" dur="26">
                                          <p:stCondLst>
                                            <p:cond delay="1312"/>
                                          </p:stCondLst>
                                        </p:cTn>
                                        <p:tgtEl>
                                          <p:spTgt spid="9"/>
                                        </p:tgtEl>
                                      </p:cBhvr>
                                      <p:to x="100000" y="80000"/>
                                    </p:animScale>
                                    <p:animScale>
                                      <p:cBhvr>
                                        <p:cTn id="43" dur="166" decel="50000">
                                          <p:stCondLst>
                                            <p:cond delay="1338"/>
                                          </p:stCondLst>
                                        </p:cTn>
                                        <p:tgtEl>
                                          <p:spTgt spid="9"/>
                                        </p:tgtEl>
                                      </p:cBhvr>
                                      <p:to x="100000" y="100000"/>
                                    </p:animScale>
                                    <p:animScale>
                                      <p:cBhvr>
                                        <p:cTn id="44" dur="26">
                                          <p:stCondLst>
                                            <p:cond delay="1642"/>
                                          </p:stCondLst>
                                        </p:cTn>
                                        <p:tgtEl>
                                          <p:spTgt spid="9"/>
                                        </p:tgtEl>
                                      </p:cBhvr>
                                      <p:to x="100000" y="90000"/>
                                    </p:animScale>
                                    <p:animScale>
                                      <p:cBhvr>
                                        <p:cTn id="45" dur="166" decel="50000">
                                          <p:stCondLst>
                                            <p:cond delay="1668"/>
                                          </p:stCondLst>
                                        </p:cTn>
                                        <p:tgtEl>
                                          <p:spTgt spid="9"/>
                                        </p:tgtEl>
                                      </p:cBhvr>
                                      <p:to x="100000" y="100000"/>
                                    </p:animScale>
                                    <p:animScale>
                                      <p:cBhvr>
                                        <p:cTn id="46" dur="26">
                                          <p:stCondLst>
                                            <p:cond delay="1808"/>
                                          </p:stCondLst>
                                        </p:cTn>
                                        <p:tgtEl>
                                          <p:spTgt spid="9"/>
                                        </p:tgtEl>
                                      </p:cBhvr>
                                      <p:to x="100000" y="95000"/>
                                    </p:animScale>
                                    <p:animScale>
                                      <p:cBhvr>
                                        <p:cTn id="47" dur="166" decel="50000">
                                          <p:stCondLst>
                                            <p:cond delay="1834"/>
                                          </p:stCondLst>
                                        </p:cTn>
                                        <p:tgtEl>
                                          <p:spTgt spid="9"/>
                                        </p:tgtEl>
                                      </p:cBhvr>
                                      <p:to x="100000" y="100000"/>
                                    </p:animScale>
                                  </p:childTnLst>
                                </p:cTn>
                              </p:par>
                              <p:par>
                                <p:cTn id="48" presetID="26"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down)">
                                      <p:cBhvr>
                                        <p:cTn id="50" dur="580">
                                          <p:stCondLst>
                                            <p:cond delay="0"/>
                                          </p:stCondLst>
                                        </p:cTn>
                                        <p:tgtEl>
                                          <p:spTgt spid="11"/>
                                        </p:tgtEl>
                                      </p:cBhvr>
                                    </p:animEffect>
                                    <p:anim calcmode="lin" valueType="num">
                                      <p:cBhvr>
                                        <p:cTn id="51"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52"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53"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54"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55"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56" dur="26">
                                          <p:stCondLst>
                                            <p:cond delay="650"/>
                                          </p:stCondLst>
                                        </p:cTn>
                                        <p:tgtEl>
                                          <p:spTgt spid="11"/>
                                        </p:tgtEl>
                                      </p:cBhvr>
                                      <p:to x="100000" y="60000"/>
                                    </p:animScale>
                                    <p:animScale>
                                      <p:cBhvr>
                                        <p:cTn id="57" dur="166" decel="50000">
                                          <p:stCondLst>
                                            <p:cond delay="676"/>
                                          </p:stCondLst>
                                        </p:cTn>
                                        <p:tgtEl>
                                          <p:spTgt spid="11"/>
                                        </p:tgtEl>
                                      </p:cBhvr>
                                      <p:to x="100000" y="100000"/>
                                    </p:animScale>
                                    <p:animScale>
                                      <p:cBhvr>
                                        <p:cTn id="58" dur="26">
                                          <p:stCondLst>
                                            <p:cond delay="1312"/>
                                          </p:stCondLst>
                                        </p:cTn>
                                        <p:tgtEl>
                                          <p:spTgt spid="11"/>
                                        </p:tgtEl>
                                      </p:cBhvr>
                                      <p:to x="100000" y="80000"/>
                                    </p:animScale>
                                    <p:animScale>
                                      <p:cBhvr>
                                        <p:cTn id="59" dur="166" decel="50000">
                                          <p:stCondLst>
                                            <p:cond delay="1338"/>
                                          </p:stCondLst>
                                        </p:cTn>
                                        <p:tgtEl>
                                          <p:spTgt spid="11"/>
                                        </p:tgtEl>
                                      </p:cBhvr>
                                      <p:to x="100000" y="100000"/>
                                    </p:animScale>
                                    <p:animScale>
                                      <p:cBhvr>
                                        <p:cTn id="60" dur="26">
                                          <p:stCondLst>
                                            <p:cond delay="1642"/>
                                          </p:stCondLst>
                                        </p:cTn>
                                        <p:tgtEl>
                                          <p:spTgt spid="11"/>
                                        </p:tgtEl>
                                      </p:cBhvr>
                                      <p:to x="100000" y="90000"/>
                                    </p:animScale>
                                    <p:animScale>
                                      <p:cBhvr>
                                        <p:cTn id="61" dur="166" decel="50000">
                                          <p:stCondLst>
                                            <p:cond delay="1668"/>
                                          </p:stCondLst>
                                        </p:cTn>
                                        <p:tgtEl>
                                          <p:spTgt spid="11"/>
                                        </p:tgtEl>
                                      </p:cBhvr>
                                      <p:to x="100000" y="100000"/>
                                    </p:animScale>
                                    <p:animScale>
                                      <p:cBhvr>
                                        <p:cTn id="62" dur="26">
                                          <p:stCondLst>
                                            <p:cond delay="1808"/>
                                          </p:stCondLst>
                                        </p:cTn>
                                        <p:tgtEl>
                                          <p:spTgt spid="11"/>
                                        </p:tgtEl>
                                      </p:cBhvr>
                                      <p:to x="100000" y="95000"/>
                                    </p:animScale>
                                    <p:animScale>
                                      <p:cBhvr>
                                        <p:cTn id="63"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9" grpId="0" animBg="1"/>
      <p:bldGraphic spid="11"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0E0E0E"/>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2CD3DFE-60C6-5AE1-AEB6-52B1E4C892A5}"/>
              </a:ext>
            </a:extLst>
          </p:cNvPr>
          <p:cNvPicPr>
            <a:picLocks noChangeAspect="1"/>
          </p:cNvPicPr>
          <p:nvPr/>
        </p:nvPicPr>
        <p:blipFill>
          <a:blip r:embed="rId4"/>
          <a:stretch>
            <a:fillRect/>
          </a:stretch>
        </p:blipFill>
        <p:spPr>
          <a:xfrm>
            <a:off x="7703127" y="3571064"/>
            <a:ext cx="2563092" cy="2966896"/>
          </a:xfrm>
          <a:prstGeom prst="rect">
            <a:avLst/>
          </a:prstGeom>
        </p:spPr>
      </p:pic>
      <p:sp>
        <p:nvSpPr>
          <p:cNvPr id="3" name="Text 0"/>
          <p:cNvSpPr/>
          <p:nvPr/>
        </p:nvSpPr>
        <p:spPr>
          <a:xfrm>
            <a:off x="789128" y="477774"/>
            <a:ext cx="2093609" cy="690372"/>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ea typeface="Arial" pitchFamily="34" charset="-122"/>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sp>
        <p:nvSpPr>
          <p:cNvPr id="4" name="Shape 1"/>
          <p:cNvSpPr/>
          <p:nvPr/>
        </p:nvSpPr>
        <p:spPr>
          <a:xfrm>
            <a:off x="1005839" y="1117854"/>
            <a:ext cx="1876897" cy="50292"/>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29</a:t>
            </a:r>
            <a:endParaRPr lang="en-US" sz="1000" dirty="0"/>
          </a:p>
        </p:txBody>
      </p:sp>
      <p:sp>
        <p:nvSpPr>
          <p:cNvPr id="8" name="Text 5"/>
          <p:cNvSpPr/>
          <p:nvPr/>
        </p:nvSpPr>
        <p:spPr>
          <a:xfrm>
            <a:off x="685800" y="1755648"/>
            <a:ext cx="10515600" cy="2071116"/>
          </a:xfrm>
          <a:prstGeom prst="rect">
            <a:avLst/>
          </a:prstGeom>
          <a:noFill/>
          <a:ln/>
        </p:spPr>
        <p:txBody>
          <a:bodyPr wrap="square" lIns="1016" tIns="1016" rIns="1016" bIns="1016" rtlCol="0" anchor="ctr">
            <a:normAutofit/>
          </a:bodyPr>
          <a:lstStyle/>
          <a:p>
            <a:r>
              <a:rPr lang="en-PS" sz="2400" dirty="0">
                <a:solidFill>
                  <a:schemeClr val="bg1"/>
                </a:solidFill>
                <a:latin typeface="Times New Roman" panose="02020603050405020304" pitchFamily="18" charset="0"/>
                <a:cs typeface="Times New Roman" panose="02020603050405020304" pitchFamily="18" charset="0"/>
              </a:rPr>
              <a:t>Basma is a digital archive platform that preserves human stories, photos, and videos from Gaza in an organized and accessible way.</a:t>
            </a:r>
            <a:br>
              <a:rPr lang="en-PS" sz="2400" dirty="0">
                <a:solidFill>
                  <a:schemeClr val="bg1"/>
                </a:solidFill>
                <a:latin typeface="Times New Roman" panose="02020603050405020304" pitchFamily="18" charset="0"/>
                <a:cs typeface="Times New Roman" panose="02020603050405020304" pitchFamily="18" charset="0"/>
              </a:rPr>
            </a:br>
            <a:r>
              <a:rPr lang="en-PS" sz="2400" dirty="0">
                <a:solidFill>
                  <a:schemeClr val="bg1"/>
                </a:solidFill>
                <a:latin typeface="Times New Roman" panose="02020603050405020304" pitchFamily="18" charset="0"/>
                <a:cs typeface="Times New Roman" panose="02020603050405020304" pitchFamily="18" charset="0"/>
              </a:rPr>
              <a:t>The project helps document Palestinian memory, raise awareness of humanitarian experiences, and provide a space where stories can be shared and managed through a simple website and admin dashboard.</a:t>
            </a:r>
          </a:p>
        </p:txBody>
      </p:sp>
    </p:spTree>
  </p:cSld>
  <p:clrMapOvr>
    <a:masterClrMapping/>
  </p:clrMapOvr>
  <mc:AlternateContent xmlns:mc="http://schemas.openxmlformats.org/markup-compatibility/2006">
    <mc:Choice xmlns:p14="http://schemas.microsoft.com/office/powerpoint/2010/main" Requires="p14">
      <p:transition spd="slow" p14:dur="3000">
        <p14:ripple/>
        <p:sndAc>
          <p:stSnd>
            <p:snd r:embed="rId3" name="bomb.wav"/>
          </p:stSnd>
        </p:sndAc>
      </p:transition>
    </mc:Choice>
    <mc:Fallback>
      <p:transition spd="slow">
        <p:fade/>
        <p:sndAc>
          <p:stSnd>
            <p:snd r:embed="rId3"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6" presetClass="entr" presetSubtype="16"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ircle(in)">
                                      <p:cBhvr>
                                        <p:cTn id="18" dur="2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a:extLst>
            <a:ext uri="{FF2B5EF4-FFF2-40B4-BE49-F238E27FC236}">
              <a16:creationId xmlns:a16="http://schemas.microsoft.com/office/drawing/2014/main" id="{8D72F814-730B-D286-E47A-2145E8BD088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738DD81-7AAE-74DE-2236-3CF44131243A}"/>
              </a:ext>
            </a:extLst>
          </p:cNvPr>
          <p:cNvSpPr/>
          <p:nvPr/>
        </p:nvSpPr>
        <p:spPr>
          <a:xfrm>
            <a:off x="789128" y="415636"/>
            <a:ext cx="2480545" cy="752510"/>
          </a:xfrm>
          <a:prstGeom prst="rect">
            <a:avLst/>
          </a:prstGeom>
          <a:noFill/>
          <a:ln/>
        </p:spPr>
        <p:txBody>
          <a:bodyPr wrap="square" lIns="0" tIns="0" rIns="0" bIns="0" rtlCol="0" anchor="ctr"/>
          <a:lstStyle/>
          <a:p>
            <a:pPr marL="0" indent="0" algn="r">
              <a:buNone/>
            </a:pPr>
            <a:r>
              <a:rPr lang="en-US" sz="3200" b="1" dirty="0">
                <a:solidFill>
                  <a:srgbClr val="F5F5F5"/>
                </a:solidFill>
                <a:latin typeface="Times New Roman" panose="02020603050405020304" pitchFamily="18" charset="0"/>
                <a:cs typeface="Times New Roman" panose="02020603050405020304" pitchFamily="18" charset="0"/>
              </a:rPr>
              <a:t>Basma Team</a:t>
            </a:r>
            <a:endParaRPr lang="en-US" sz="3200" dirty="0">
              <a:latin typeface="Times New Roman" panose="02020603050405020304" pitchFamily="18" charset="0"/>
              <a:cs typeface="Times New Roman" panose="02020603050405020304" pitchFamily="18" charset="0"/>
            </a:endParaRPr>
          </a:p>
        </p:txBody>
      </p:sp>
      <p:sp>
        <p:nvSpPr>
          <p:cNvPr id="4" name="Shape 1">
            <a:extLst>
              <a:ext uri="{FF2B5EF4-FFF2-40B4-BE49-F238E27FC236}">
                <a16:creationId xmlns:a16="http://schemas.microsoft.com/office/drawing/2014/main" id="{6B06A60B-401D-9D26-F75A-B2CE8D74D35B}"/>
              </a:ext>
            </a:extLst>
          </p:cNvPr>
          <p:cNvSpPr/>
          <p:nvPr/>
        </p:nvSpPr>
        <p:spPr>
          <a:xfrm>
            <a:off x="1005839" y="1117854"/>
            <a:ext cx="2263834" cy="50292"/>
          </a:xfrm>
          <a:prstGeom prst="rect">
            <a:avLst/>
          </a:prstGeom>
          <a:solidFill>
            <a:srgbClr val="E63946"/>
          </a:solidFill>
          <a:ln w="12700">
            <a:solidFill>
              <a:srgbClr val="E63946"/>
            </a:solidFill>
            <a:prstDash val="solid"/>
          </a:ln>
        </p:spPr>
        <p:txBody>
          <a:bodyPr/>
          <a:lstStyle/>
          <a:p>
            <a:pPr marL="0" algn="l" defTabSz="914400" rtl="0" eaLnBrk="1" latinLnBrk="0" hangingPunct="1"/>
            <a:endParaRPr lang="en-PS"/>
          </a:p>
        </p:txBody>
      </p:sp>
      <p:sp>
        <p:nvSpPr>
          <p:cNvPr id="6" name="Text 3">
            <a:extLst>
              <a:ext uri="{FF2B5EF4-FFF2-40B4-BE49-F238E27FC236}">
                <a16:creationId xmlns:a16="http://schemas.microsoft.com/office/drawing/2014/main" id="{854ABD8E-68F7-2A84-D3D1-123BFCC0B85B}"/>
              </a:ext>
            </a:extLst>
          </p:cNvPr>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a:extLst>
              <a:ext uri="{FF2B5EF4-FFF2-40B4-BE49-F238E27FC236}">
                <a16:creationId xmlns:a16="http://schemas.microsoft.com/office/drawing/2014/main" id="{781721CD-6615-1D95-B0D1-907D28938527}"/>
              </a:ext>
            </a:extLst>
          </p:cNvPr>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30</a:t>
            </a:r>
            <a:endParaRPr lang="en-US" sz="1000" dirty="0"/>
          </a:p>
        </p:txBody>
      </p:sp>
      <p:graphicFrame>
        <p:nvGraphicFramePr>
          <p:cNvPr id="5" name="Diagram 4">
            <a:extLst>
              <a:ext uri="{FF2B5EF4-FFF2-40B4-BE49-F238E27FC236}">
                <a16:creationId xmlns:a16="http://schemas.microsoft.com/office/drawing/2014/main" id="{F10993AD-EFD6-B2C8-1C08-08E95950E271}"/>
              </a:ext>
            </a:extLst>
          </p:cNvPr>
          <p:cNvGraphicFramePr/>
          <p:nvPr>
            <p:extLst>
              <p:ext uri="{D42A27DB-BD31-4B8C-83A1-F6EECF244321}">
                <p14:modId xmlns:p14="http://schemas.microsoft.com/office/powerpoint/2010/main" val="2246173456"/>
              </p:ext>
            </p:extLst>
          </p:nvPr>
        </p:nvGraphicFramePr>
        <p:xfrm>
          <a:off x="1639224" y="1354434"/>
          <a:ext cx="9562176" cy="47412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627299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sndAc>
          <p:stSnd>
            <p:snd r:embed="rId3" name="camera.wav"/>
          </p:stSnd>
        </p:sndAc>
      </p:transition>
    </mc:Choice>
    <mc:Fallback>
      <p:transition spd="slow">
        <p:fade/>
        <p:sndAc>
          <p:stSnd>
            <p:snd r:embed="rId3" name="camera.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2000"/>
                            </p:stCondLst>
                            <p:childTnLst>
                              <p:par>
                                <p:cTn id="16" presetID="31" presetClass="entr" presetSubtype="0" fill="hold" grpId="1"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3000" fill="hold"/>
                                        <p:tgtEl>
                                          <p:spTgt spid="5"/>
                                        </p:tgtEl>
                                        <p:attrNameLst>
                                          <p:attrName>ppt_w</p:attrName>
                                        </p:attrNameLst>
                                      </p:cBhvr>
                                      <p:tavLst>
                                        <p:tav tm="0">
                                          <p:val>
                                            <p:fltVal val="0"/>
                                          </p:val>
                                        </p:tav>
                                        <p:tav tm="100000">
                                          <p:val>
                                            <p:strVal val="#ppt_w"/>
                                          </p:val>
                                        </p:tav>
                                      </p:tavLst>
                                    </p:anim>
                                    <p:anim calcmode="lin" valueType="num">
                                      <p:cBhvr>
                                        <p:cTn id="19" dur="3000" fill="hold"/>
                                        <p:tgtEl>
                                          <p:spTgt spid="5"/>
                                        </p:tgtEl>
                                        <p:attrNameLst>
                                          <p:attrName>ppt_h</p:attrName>
                                        </p:attrNameLst>
                                      </p:cBhvr>
                                      <p:tavLst>
                                        <p:tav tm="0">
                                          <p:val>
                                            <p:fltVal val="0"/>
                                          </p:val>
                                        </p:tav>
                                        <p:tav tm="100000">
                                          <p:val>
                                            <p:strVal val="#ppt_h"/>
                                          </p:val>
                                        </p:tav>
                                      </p:tavLst>
                                    </p:anim>
                                    <p:anim calcmode="lin" valueType="num">
                                      <p:cBhvr>
                                        <p:cTn id="20" dur="3000" fill="hold"/>
                                        <p:tgtEl>
                                          <p:spTgt spid="5"/>
                                        </p:tgtEl>
                                        <p:attrNameLst>
                                          <p:attrName>style.rotation</p:attrName>
                                        </p:attrNameLst>
                                      </p:cBhvr>
                                      <p:tavLst>
                                        <p:tav tm="0">
                                          <p:val>
                                            <p:fltVal val="90"/>
                                          </p:val>
                                        </p:tav>
                                        <p:tav tm="100000">
                                          <p:val>
                                            <p:fltVal val="0"/>
                                          </p:val>
                                        </p:tav>
                                      </p:tavLst>
                                    </p:anim>
                                    <p:animEffect transition="in" filter="fade">
                                      <p:cBhvr>
                                        <p:cTn id="21"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Graphic spid="5" grpId="1">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0E0E0E"/>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75D9F80-CAE6-A67E-82E8-AC1B96188863}"/>
              </a:ext>
            </a:extLst>
          </p:cNvPr>
          <p:cNvPicPr>
            <a:picLocks noChangeAspect="1"/>
          </p:cNvPicPr>
          <p:nvPr/>
        </p:nvPicPr>
        <p:blipFill>
          <a:blip r:embed="rId4"/>
          <a:stretch>
            <a:fillRect/>
          </a:stretch>
        </p:blipFill>
        <p:spPr>
          <a:xfrm>
            <a:off x="8201891" y="1666053"/>
            <a:ext cx="3675610" cy="4254687"/>
          </a:xfrm>
          <a:prstGeom prst="rect">
            <a:avLst/>
          </a:prstGeom>
        </p:spPr>
      </p:pic>
      <p:sp>
        <p:nvSpPr>
          <p:cNvPr id="3" name="Text 0"/>
          <p:cNvSpPr/>
          <p:nvPr/>
        </p:nvSpPr>
        <p:spPr>
          <a:xfrm>
            <a:off x="-502920" y="2251226"/>
            <a:ext cx="10972800" cy="731520"/>
          </a:xfrm>
          <a:prstGeom prst="rect">
            <a:avLst/>
          </a:prstGeom>
          <a:noFill/>
          <a:ln/>
        </p:spPr>
        <p:txBody>
          <a:bodyPr wrap="square" lIns="0" tIns="0" rIns="0" bIns="0" rtlCol="0" anchor="ctr"/>
          <a:lstStyle/>
          <a:p>
            <a:pPr marL="0" indent="0" algn="ctr">
              <a:buNone/>
            </a:pPr>
            <a:r>
              <a:rPr lang="en-US" sz="9600" b="1" dirty="0">
                <a:solidFill>
                  <a:srgbClr val="F5F5F5"/>
                </a:solidFill>
                <a:latin typeface="APPLE CHANCERY" panose="03020702040506060504" pitchFamily="66" charset="-79"/>
                <a:cs typeface="APPLE CHANCERY" panose="03020702040506060504" pitchFamily="66" charset="-79"/>
              </a:rPr>
              <a:t>Thank You</a:t>
            </a:r>
            <a:endParaRPr lang="en-US" sz="9600" dirty="0">
              <a:latin typeface="Apple Chancery" panose="03020702040506060504" pitchFamily="66" charset="-79"/>
              <a:cs typeface="Apple Chancery" panose="03020702040506060504" pitchFamily="66" charset="-79"/>
            </a:endParaRPr>
          </a:p>
        </p:txBody>
      </p:sp>
      <p:sp>
        <p:nvSpPr>
          <p:cNvPr id="4" name="Text 1"/>
          <p:cNvSpPr/>
          <p:nvPr/>
        </p:nvSpPr>
        <p:spPr>
          <a:xfrm>
            <a:off x="-656409" y="3188486"/>
            <a:ext cx="10972800" cy="411480"/>
          </a:xfrm>
          <a:prstGeom prst="rect">
            <a:avLst/>
          </a:prstGeom>
          <a:noFill/>
          <a:ln/>
        </p:spPr>
        <p:txBody>
          <a:bodyPr wrap="square" lIns="0" tIns="0" rIns="0" bIns="0" rtlCol="0" anchor="ctr"/>
          <a:lstStyle/>
          <a:p>
            <a:pPr marL="0" indent="0" algn="ctr">
              <a:buNone/>
            </a:pPr>
            <a:r>
              <a:rPr lang="en-US" sz="2500" dirty="0">
                <a:solidFill>
                  <a:srgbClr val="E63946"/>
                </a:solidFill>
              </a:rPr>
              <a:t>Questions?</a:t>
            </a:r>
            <a:endParaRPr lang="en-US" sz="2500" dirty="0"/>
          </a:p>
        </p:txBody>
      </p:sp>
      <p:sp>
        <p:nvSpPr>
          <p:cNvPr id="5" name="Text 2"/>
          <p:cNvSpPr/>
          <p:nvPr/>
        </p:nvSpPr>
        <p:spPr>
          <a:xfrm>
            <a:off x="640080" y="5806440"/>
            <a:ext cx="10972800" cy="228600"/>
          </a:xfrm>
          <a:prstGeom prst="rect">
            <a:avLst/>
          </a:prstGeom>
          <a:noFill/>
          <a:ln/>
        </p:spPr>
        <p:txBody>
          <a:bodyPr wrap="square" lIns="0" tIns="0" rIns="0" bIns="0" rtlCol="0" anchor="ctr"/>
          <a:lstStyle/>
          <a:p>
            <a:pPr marL="0" indent="0" algn="ctr">
              <a:buNone/>
            </a:pPr>
            <a:r>
              <a:rPr lang="en-US" sz="1200" dirty="0">
                <a:solidFill>
                  <a:srgbClr val="AFAFAF"/>
                </a:solidFill>
              </a:rPr>
              <a:t>Basma Graduation Project Presentation</a:t>
            </a:r>
            <a:endParaRPr lang="en-US" sz="1200" dirty="0"/>
          </a:p>
        </p:txBody>
      </p:sp>
      <p:sp>
        <p:nvSpPr>
          <p:cNvPr id="6" name="Text 3"/>
          <p:cNvSpPr/>
          <p:nvPr/>
        </p:nvSpPr>
        <p:spPr>
          <a:xfrm>
            <a:off x="502920" y="6446520"/>
            <a:ext cx="3657600" cy="182880"/>
          </a:xfrm>
          <a:prstGeom prst="rect">
            <a:avLst/>
          </a:prstGeom>
          <a:noFill/>
          <a:ln/>
        </p:spPr>
        <p:txBody>
          <a:bodyPr wrap="square" lIns="0" tIns="0" rIns="0" bIns="0" rtlCol="0" anchor="ctr"/>
          <a:lstStyle/>
          <a:p>
            <a:pPr marL="0" indent="0">
              <a:buNone/>
            </a:pPr>
            <a:r>
              <a:rPr lang="en-US" sz="750" dirty="0">
                <a:solidFill>
                  <a:srgbClr val="8A8A8A"/>
                </a:solidFill>
                <a:latin typeface="Arial" pitchFamily="34" charset="0"/>
                <a:ea typeface="Arial" pitchFamily="34" charset="-122"/>
                <a:cs typeface="Arial" pitchFamily="34" charset="-120"/>
              </a:rPr>
              <a:t>Basma Graduation Project</a:t>
            </a:r>
            <a:endParaRPr lang="en-US" sz="750" dirty="0"/>
          </a:p>
        </p:txBody>
      </p:sp>
      <p:sp>
        <p:nvSpPr>
          <p:cNvPr id="7" name="Text 4"/>
          <p:cNvSpPr/>
          <p:nvPr/>
        </p:nvSpPr>
        <p:spPr>
          <a:xfrm>
            <a:off x="11201400" y="6364224"/>
            <a:ext cx="502920" cy="256032"/>
          </a:xfrm>
          <a:prstGeom prst="rect">
            <a:avLst/>
          </a:prstGeom>
          <a:solidFill>
            <a:srgbClr val="E63946"/>
          </a:solidFill>
          <a:ln/>
        </p:spPr>
        <p:txBody>
          <a:bodyPr wrap="square" lIns="254" tIns="254" rIns="254" bIns="254" rtlCol="0" anchor="ctr"/>
          <a:lstStyle/>
          <a:p>
            <a:pPr marL="0" indent="0" algn="ctr">
              <a:buNone/>
            </a:pPr>
            <a:r>
              <a:rPr lang="en-US" sz="1000" b="1" dirty="0">
                <a:solidFill>
                  <a:srgbClr val="FFFFFF"/>
                </a:solidFill>
                <a:latin typeface="Arial" pitchFamily="34" charset="0"/>
                <a:cs typeface="Arial" pitchFamily="34" charset="-120"/>
              </a:rPr>
              <a:t>31</a:t>
            </a:r>
            <a:endParaRPr lang="en-US" sz="1000" dirty="0"/>
          </a:p>
        </p:txBody>
      </p:sp>
    </p:spTree>
  </p:cSld>
  <p:clrMapOvr>
    <a:masterClrMapping/>
  </p:clrMapOvr>
  <p:transition spd="slow">
    <p:wheel spokes="1"/>
    <p:sndAc>
      <p:stSnd>
        <p:snd r:embed="rId3" name="breeze.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style.rotation</p:attrName>
                                        </p:attrNameLst>
                                      </p:cBhvr>
                                      <p:tavLst>
                                        <p:tav tm="0">
                                          <p:val>
                                            <p:fltVal val="720"/>
                                          </p:val>
                                        </p:tav>
                                        <p:tav tm="100000">
                                          <p:val>
                                            <p:fltVal val="0"/>
                                          </p:val>
                                        </p:tav>
                                      </p:tavLst>
                                    </p:anim>
                                    <p:anim calcmode="lin" valueType="num">
                                      <p:cBhvr>
                                        <p:cTn id="9" dur="2000" fill="hold"/>
                                        <p:tgtEl>
                                          <p:spTgt spid="3"/>
                                        </p:tgtEl>
                                        <p:attrNameLst>
                                          <p:attrName>ppt_h</p:attrName>
                                        </p:attrNameLst>
                                      </p:cBhvr>
                                      <p:tavLst>
                                        <p:tav tm="0">
                                          <p:val>
                                            <p:fltVal val="0"/>
                                          </p:val>
                                        </p:tav>
                                        <p:tav tm="100000">
                                          <p:val>
                                            <p:strVal val="#ppt_h"/>
                                          </p:val>
                                        </p:tav>
                                      </p:tavLst>
                                    </p:anim>
                                    <p:anim calcmode="lin" valueType="num">
                                      <p:cBhvr>
                                        <p:cTn id="10" dur="2000" fill="hold"/>
                                        <p:tgtEl>
                                          <p:spTgt spid="3"/>
                                        </p:tgtEl>
                                        <p:attrNameLst>
                                          <p:attrName>ppt_w</p:attrName>
                                        </p:attrNameLst>
                                      </p:cBhvr>
                                      <p:tavLst>
                                        <p:tav tm="0">
                                          <p:val>
                                            <p:fltVal val="0"/>
                                          </p:val>
                                        </p:tav>
                                        <p:tav tm="100000">
                                          <p:val>
                                            <p:strVal val="#ppt_w"/>
                                          </p:val>
                                        </p:tav>
                                      </p:tavLst>
                                    </p:anim>
                                  </p:childTnLst>
                                </p:cTn>
                              </p:par>
                              <p:par>
                                <p:cTn id="11" presetID="53"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3000" fill="hold"/>
                                        <p:tgtEl>
                                          <p:spTgt spid="4"/>
                                        </p:tgtEl>
                                        <p:attrNameLst>
                                          <p:attrName>ppt_w</p:attrName>
                                        </p:attrNameLst>
                                      </p:cBhvr>
                                      <p:tavLst>
                                        <p:tav tm="0">
                                          <p:val>
                                            <p:fltVal val="0"/>
                                          </p:val>
                                        </p:tav>
                                        <p:tav tm="100000">
                                          <p:val>
                                            <p:strVal val="#ppt_w"/>
                                          </p:val>
                                        </p:tav>
                                      </p:tavLst>
                                    </p:anim>
                                    <p:anim calcmode="lin" valueType="num">
                                      <p:cBhvr>
                                        <p:cTn id="14" dur="3000" fill="hold"/>
                                        <p:tgtEl>
                                          <p:spTgt spid="4"/>
                                        </p:tgtEl>
                                        <p:attrNameLst>
                                          <p:attrName>ppt_h</p:attrName>
                                        </p:attrNameLst>
                                      </p:cBhvr>
                                      <p:tavLst>
                                        <p:tav tm="0">
                                          <p:val>
                                            <p:fltVal val="0"/>
                                          </p:val>
                                        </p:tav>
                                        <p:tav tm="100000">
                                          <p:val>
                                            <p:strVal val="#ppt_h"/>
                                          </p:val>
                                        </p:tav>
                                      </p:tavLst>
                                    </p:anim>
                                    <p:animEffect transition="in" filter="fade">
                                      <p:cBhvr>
                                        <p:cTn id="15" dur="3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3563</TotalTime>
  <Words>2118</Words>
  <Application>Microsoft Macintosh PowerPoint</Application>
  <PresentationFormat>Widescreen</PresentationFormat>
  <Paragraphs>435</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Apple Chancery</vt:lpstr>
      <vt:lpstr>Apple Chancery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Basmah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Basmah Project Presentation</dc:title>
  <dc:subject>Basmah Graduation Project Presentation</dc:subject>
  <dc:creator>OpenAI</dc:creator>
  <cp:lastModifiedBy>Microsoft Office User</cp:lastModifiedBy>
  <cp:revision>22</cp:revision>
  <dcterms:created xsi:type="dcterms:W3CDTF">2026-07-01T08:55:39Z</dcterms:created>
  <dcterms:modified xsi:type="dcterms:W3CDTF">2026-07-06T17:34:18Z</dcterms:modified>
</cp:coreProperties>
</file>